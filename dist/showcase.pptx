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f745c7bb14308" /><Relationship Type="http://schemas.openxmlformats.org/officeDocument/2006/relationships/extended-properties" Target="/docProps/app.xml" Id="Rfe9985a486204f8b" /><Relationship Type="http://schemas.openxmlformats.org/officeDocument/2006/relationships/officeDocument" Target="/ppt/presentation.xml" Id="Re53cc0aa0c7345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f21eaffd14d0e"/>
  </p:sldMasterIdLst>
  <p:notesMasterIdLst>
    <p:notesMasterId xmlns:r="http://schemas.openxmlformats.org/officeDocument/2006/relationships" r:id="R0f1a196176844c32"/>
  </p:notesMasterIdLst>
  <p:sldIdLst>
    <p:sldId xmlns:r="http://schemas.openxmlformats.org/officeDocument/2006/relationships" id="256" r:id="R53eca8fc2c1a4e59"/>
    <p:sldId xmlns:r="http://schemas.openxmlformats.org/officeDocument/2006/relationships" id="257" r:id="R68fcdc98064a4395"/>
    <p:sldId xmlns:r="http://schemas.openxmlformats.org/officeDocument/2006/relationships" id="258" r:id="R4ace9411ea904c4e"/>
    <p:sldId xmlns:r="http://schemas.openxmlformats.org/officeDocument/2006/relationships" id="259" r:id="R572f7e34257b4993"/>
    <p:sldId xmlns:r="http://schemas.openxmlformats.org/officeDocument/2006/relationships" id="260" r:id="Rea49b0c49f7b41ca"/>
    <p:sldId xmlns:r="http://schemas.openxmlformats.org/officeDocument/2006/relationships" id="261" r:id="R80b2b7d708b94e32"/>
    <p:sldId xmlns:r="http://schemas.openxmlformats.org/officeDocument/2006/relationships" id="262" r:id="Re1d9661579124c9b"/>
    <p:sldId xmlns:r="http://schemas.openxmlformats.org/officeDocument/2006/relationships" id="263" r:id="R92fccf7c2ac44c26"/>
    <p:sldId xmlns:r="http://schemas.openxmlformats.org/officeDocument/2006/relationships" id="264" r:id="Rd28ebb2c45a542f5"/>
    <p:sldId xmlns:r="http://schemas.openxmlformats.org/officeDocument/2006/relationships" id="265" r:id="R745a39b255604329"/>
    <p:sldId xmlns:r="http://schemas.openxmlformats.org/officeDocument/2006/relationships" id="266" r:id="Rc191004fcf6d49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15843aec7453c" /><Relationship Type="http://schemas.openxmlformats.org/officeDocument/2006/relationships/slideMaster" Target="/ppt/slideMasters/slideMaster1.xml" Id="R5ddf21eaffd14d0e" /><Relationship Type="http://schemas.openxmlformats.org/officeDocument/2006/relationships/notesMaster" Target="/ppt/notesMasters/notesMaster1.xml" Id="R0f1a196176844c32" /><Relationship Type="http://schemas.openxmlformats.org/officeDocument/2006/relationships/presProps" Target="/ppt/presProps.xml" Id="R60b1b5b9c78a4460" /><Relationship Type="http://schemas.openxmlformats.org/officeDocument/2006/relationships/tableStyles" Target="/ppt/tableStyles.xml" Id="R928f36b4bfa94bde" /><Relationship Type="http://schemas.openxmlformats.org/officeDocument/2006/relationships/slide" Target="/ppt/slides/slide1.xml" Id="R53eca8fc2c1a4e59" /><Relationship Type="http://schemas.openxmlformats.org/officeDocument/2006/relationships/slide" Target="/ppt/slides/slide2.xml" Id="R68fcdc98064a4395" /><Relationship Type="http://schemas.openxmlformats.org/officeDocument/2006/relationships/slide" Target="/ppt/slides/slide3.xml" Id="R4ace9411ea904c4e" /><Relationship Type="http://schemas.openxmlformats.org/officeDocument/2006/relationships/slide" Target="/ppt/slides/slide4.xml" Id="R572f7e34257b4993" /><Relationship Type="http://schemas.openxmlformats.org/officeDocument/2006/relationships/slide" Target="/ppt/slides/slide5.xml" Id="Rea49b0c49f7b41ca" /><Relationship Type="http://schemas.openxmlformats.org/officeDocument/2006/relationships/slide" Target="/ppt/slides/slide6.xml" Id="R80b2b7d708b94e32" /><Relationship Type="http://schemas.openxmlformats.org/officeDocument/2006/relationships/slide" Target="/ppt/slides/slide7.xml" Id="Re1d9661579124c9b" /><Relationship Type="http://schemas.openxmlformats.org/officeDocument/2006/relationships/slide" Target="/ppt/slides/slide8.xml" Id="R92fccf7c2ac44c26" /><Relationship Type="http://schemas.openxmlformats.org/officeDocument/2006/relationships/slide" Target="/ppt/slides/slide9.xml" Id="Rd28ebb2c45a542f5" /><Relationship Type="http://schemas.openxmlformats.org/officeDocument/2006/relationships/slide" Target="/ppt/slides/slide10.xml" Id="R745a39b255604329" /><Relationship Type="http://schemas.openxmlformats.org/officeDocument/2006/relationships/slide" Target="/ppt/slides/slide11.xml" Id="Rc191004fcf6d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d625ac6c2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230894e69460b" /><Relationship Type="http://schemas.openxmlformats.org/officeDocument/2006/relationships/notesMaster" Target="/ppt/notesMasters/notesMaster1.xml" Id="Rcc6c0100b49c42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cbaf765c644988" /><Relationship Type="http://schemas.openxmlformats.org/officeDocument/2006/relationships/notesMaster" Target="/ppt/notesMasters/notesMaster1.xml" Id="R5b6ca83edfdb4b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61594148241de" /><Relationship Type="http://schemas.openxmlformats.org/officeDocument/2006/relationships/notesMaster" Target="/ppt/notesMasters/notesMaster1.xml" Id="R5d8d9845c177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845dd8ff0426a" /><Relationship Type="http://schemas.openxmlformats.org/officeDocument/2006/relationships/notesMaster" Target="/ppt/notesMasters/notesMaster1.xml" Id="R8c6ff701b00d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211ad159494711" /><Relationship Type="http://schemas.openxmlformats.org/officeDocument/2006/relationships/notesMaster" Target="/ppt/notesMasters/notesMaster1.xml" Id="Rbefaa8a6991f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3e0866696b4ccc" /><Relationship Type="http://schemas.openxmlformats.org/officeDocument/2006/relationships/notesMaster" Target="/ppt/notesMasters/notesMaster1.xml" Id="R58ae6dbb4afa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9cc087c544acc" /><Relationship Type="http://schemas.openxmlformats.org/officeDocument/2006/relationships/notesMaster" Target="/ppt/notesMasters/notesMaster1.xml" Id="Rd9aa0df915d2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7515706a264fc2" /><Relationship Type="http://schemas.openxmlformats.org/officeDocument/2006/relationships/notesMaster" Target="/ppt/notesMasters/notesMaster1.xml" Id="R4479dc69ef0445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772dd7e9648cf" /><Relationship Type="http://schemas.openxmlformats.org/officeDocument/2006/relationships/notesMaster" Target="/ppt/notesMasters/notesMaster1.xml" Id="R0b92238c99f942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5fecf846364fe9" /><Relationship Type="http://schemas.openxmlformats.org/officeDocument/2006/relationships/notesMaster" Target="/ppt/notesMasters/notesMaster1.xml" Id="R193cae3d6c1743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d0cb2145e94810" /><Relationship Type="http://schemas.openxmlformats.org/officeDocument/2006/relationships/notesMaster" Target="/ppt/notesMasters/notesMaster1.xml" Id="R94fc84593399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7ba630eb34c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bbf9521b4445bf" /><Relationship Type="http://schemas.openxmlformats.org/officeDocument/2006/relationships/slideLayout" Target="/ppt/slideLayouts/slideLayout1.xml" Id="Rbf40746583bf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0746583bf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32c400f224e2f" /><Relationship Type="http://schemas.openxmlformats.org/officeDocument/2006/relationships/notesSlide" Target="/ppt/notesSlides/notesSlide1.xml" Id="Re56bf8243ed8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89b5db4db4762" /><Relationship Type="http://schemas.openxmlformats.org/officeDocument/2006/relationships/notesSlide" Target="/ppt/notesSlides/notesSlide2.xml" Id="R46044ff8c3b9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77021e76c4fc3" /><Relationship Type="http://schemas.openxmlformats.org/officeDocument/2006/relationships/notesSlide" Target="/ppt/notesSlides/notesSlide3.xml" Id="Rd113a743dee2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ce66c48224c40" /><Relationship Type="http://schemas.openxmlformats.org/officeDocument/2006/relationships/notesSlide" Target="/ppt/notesSlides/notesSlide4.xml" Id="Rf733a21f0e0f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370cd49774145" /><Relationship Type="http://schemas.openxmlformats.org/officeDocument/2006/relationships/notesSlide" Target="/ppt/notesSlides/notesSlide5.xml" Id="R58096210411b4e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a37e0fc2b47fe" /><Relationship Type="http://schemas.openxmlformats.org/officeDocument/2006/relationships/notesSlide" Target="/ppt/notesSlides/notesSlide6.xml" Id="R48d395d3661c44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04e74f90345cc" /><Relationship Type="http://schemas.openxmlformats.org/officeDocument/2006/relationships/notesSlide" Target="/ppt/notesSlides/notesSlide7.xml" Id="R4f32538cc5f246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0ae40218a4145" /><Relationship Type="http://schemas.openxmlformats.org/officeDocument/2006/relationships/notesSlide" Target="/ppt/notesSlides/notesSlide8.xml" Id="Rc61d1f7ff148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96adf25ff4f5d" /><Relationship Type="http://schemas.openxmlformats.org/officeDocument/2006/relationships/notesSlide" Target="/ppt/notesSlides/notesSlide9.xml" Id="Red8d1001928645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78fec9bc4995" /><Relationship Type="http://schemas.openxmlformats.org/officeDocument/2006/relationships/notesSlide" Target="/ppt/notesSlides/notesSlide10.xml" Id="R2a66b943a96d42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ad7632914e1d" /><Relationship Type="http://schemas.openxmlformats.org/officeDocument/2006/relationships/notesSlide" Target="/ppt/notesSlides/notesSlide11.xml" Id="Rf52790cd5c9944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6DA90-56F6-4FE2-A51A-587CE5C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38A35-92DA-4B35-AA34-2B669D5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FB7DB-629D-4726-9AD1-0D31EC3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AD3B2-43EA-4AA3-A014-BDF1EB3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B957E-EE9D-4124-8743-F900DEF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ECB57-496E-480B-BEB0-7FE621E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B133-EFE7-4271-B736-A8EAA9F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7B096-2883-4AA4-AA79-D675A75E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93CB-3C4D-4231-A4B7-6210991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4191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FC1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14FDA-27F8-486E-82C4-6FA0DE3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3410F-3184-499B-9A48-95895A8B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F3ABA-F52B-43CB-BF38-A589800E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Bringing the next generation of analytics to your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8EB79-F8CA-435B-8580-D45FCF2B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One JSON brief drives an entire editable deck — no design tools required.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14432-E53D-49E9-A8EE-C48114D4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60587-977C-4204-AD9B-B4498780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Brief -&gt; Node script -&gt; editable .pptx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6684F-E80C-41CC-84D1-6100CA6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Acme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04A1F-0AE6-4CAB-B7BF-B0A841F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rPr>
              <a:t>Product Launch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4BFA9-685A-4F67-B066-59883B2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BC9AF-4623-4E67-A903-98BA1D24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A937F-CA77-4902-A33D-ABC612E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8439323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26C51D-F00A-4346-BEFB-4D801C4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4ADFE-E067-4B6B-BC21-C122FD27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7BE1-C872-42B7-BC09-15DED81D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212C8-0266-4C56-8803-03A174E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73B68-5FE3-40BD-B27B-43E4BB0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What we will cover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A4FCB-7C42-468F-B726-B173C07E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3C832-B8B5-4F8B-8F4C-CE021170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74DF8-5011-497D-A5AA-0E291F9A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B9A48-C689-4163-A6C4-10995265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1B759-75CC-414F-AC41-1768574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FE4BD-08A3-4576-AAEA-BFEFC7C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9C02-18C1-4F15-8A2B-128128D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Why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85B76-AFA0-4F0E-8395-395406C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Market shift and customer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149A1-612A-42E9-8825-7158EBA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5318B-4B3B-46B4-8BBA-7A70B925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76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042CE-4395-4B6F-8AC5-9DED473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0B65F-7346-4826-B3E2-EB6AA75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1D350-D020-4C29-BD8B-78BBC69B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The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55A88-EA1F-4961-AF83-99934A1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Core features and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137DB-15D9-42F2-A781-81F4D103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C4446-3CBA-4656-B7EA-A1A1C99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0C52A-3E7B-4020-90E4-9A6D064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D2625-BC25-4455-BE19-DB9360F0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B64E3-CE21-4605-82CE-8BA109E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Proof 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A3E26-AE64-47CC-8393-7D3E8A95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5285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Metrics from early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AA9EC-23B8-4D84-8800-BF29F52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4A37A-D024-4007-89CB-CFD665C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76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F67DF-7A92-4445-A1CE-A5333D7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FD8CC-1D5C-434B-A114-ADBB5D9B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A805A-2312-4935-ABA5-2F79E01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07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CEC3A-CD60-4E3B-A388-A58B68D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Pilot, pricing, and timeline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73BD8-F4A2-40F3-8678-E938420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9C26B-CDBC-4862-980C-FFAECB4E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032E7-C25B-4AAA-A2A3-DD029EB7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9779621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B51CA-6FA4-4EDE-A775-B839D97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E675C-AFD2-4231-96DF-0651AD66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A310-F847-44F2-B805-5407965F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3E8D9-E4FC-430C-B4A7-D5B43D0F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5727-9775-4ED7-A0D6-4D113C1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00C68-F99B-40BA-A869-3155532A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4E9A7-9413-4851-8E4F-DB0C6284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52D4F-B11E-40C8-B02F-F4116509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54485-1101-4413-BBBA-03B6E67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rPr>
              <a:t>The market is ready for a simpler analytics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E8DB6-9A40-4507-9017-0E61455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74565-C128-443C-AEB3-F4EDF6B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CC530-635C-4006-96F6-CE720D59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972902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380A2-63EB-4C52-94A1-C433C643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6AE34-8CB5-4AB8-8A09-AB7FDE8B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8084-B168-4F78-BF0A-88973524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806A7-76D7-4582-8D27-6824FFC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4A538-7982-4169-A281-6D685A2A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Teams are drowning in dashboards they no longer 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9CD1B-B94B-4290-B6C3-AD61A1C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5F9E-4F40-479C-99BE-CBC695D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1E77-DEC7-4621-9D68-4ED8428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524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E41C5-F0F9-421F-B185-756D38D9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Analytics teams spend more than half their week maintaining reports instead of answering questions.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Business users keep exporting data into spreadsheets because the dashboards do not answer their real questions.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Every new metric takes weeks to ship because the data model is coupled to a single visualization tool.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The result is slow decisions, duplicated numbers, and low confidence in the numbers that do get shared.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92EF5-063E-405C-B5BF-BBF30932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72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D826E-8C45-46E3-AF76-DF0A1296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THE 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4EAA7-C41E-4F80-89EB-46509D7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 semantic data layer decouples metrics from charts, so any tool can ask questions against one trusted source of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A8EBF-FAB2-4227-9DA5-3149B92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972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E807A-6AC7-427B-B2B7-23E71CE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92AD8-5948-41D4-AC66-613AA8CF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98C4A-8EB1-4630-88A7-CED3B020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12811754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9BB03-3140-47CE-8968-0B549EBF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21E07-D515-425F-9801-5699892A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E0E77-CA0B-4312-861C-7DF4C15B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D7DC1-916D-4D4C-A3DC-9C273BC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F6093-119F-48F8-83B6-DCE1DA9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809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51DBF-688D-4ADA-9918-61829889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BA5A-410E-4AD4-8BE7-A826056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Early access shows measurable impact in weeks, not quarters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A74EB-A2BE-4602-AF6F-7E9ADCDC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3F10B-4397-489E-84FC-DB8FA86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6D9F0-6ABE-4C55-9312-DF430D15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4EF1D-16F0-4087-9B6F-D3355EFE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rPr>
              <a:t>-62%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1C269-E8A2-4BFE-B31A-D7E64E8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Report build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D8075-493C-488F-A525-1FB3A892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From weeks to days with a shared semantic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9FFA5-6F6D-42E4-8EDB-BA78C7B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AB110-3DD7-404E-B554-F1B10452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E53B8-6E60-4966-89A2-A2A6CC6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rPr>
              <a:t>3x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10FAD-FB23-4A02-8E53-4B5CD30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Self-serve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1C6A4-14A9-4960-98CF-89E94A8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Business users answer their own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2CD89-4004-4A0E-952D-7B4A1DC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39A85-93AE-4247-BFCC-4B75C145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98A5B-5E1D-4AA7-9ECE-EAA66F4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56082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73C7E-848B-43E2-85E5-FC3F0CFD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Source of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A2D62-0EB0-4CD7-B304-61B799D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One metric definition used by every 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82EB7-2577-44D1-9496-F0132416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AFDBE-7F83-403B-AE69-07A720E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Faster answers, fewer conflicting numbers, and a data model the whole company can trust.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8D55C-78D5-43DB-9864-1B1725F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70D42-8B38-4C3C-99A2-8E74CAD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EF9EE-02AB-4E95-B7FC-7AEC9A8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C1D0"/>
                </a:solidFill>
                <a:latin typeface="Microsoft YaHei"/>
                <a:ea typeface="Microsoft YaHei"/>
                <a:cs typeface="Microsoft YaHei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9371122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9AA93-B1B8-4EE0-A7EF-A3E83A6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F090A-3FB0-44C0-8F44-A349051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E65EC-702A-413F-83F5-6577C8A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35B92-35E9-47EF-8104-3F615306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E0439-E26F-4867-860D-01EBECC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One semantic layer, every analytics 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87930-70BA-43B7-9EAA-1418153F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9BADA-7FBF-4EB4-8D9F-BCEE73B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02071-F5E3-46CD-97D1-A53980B1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D05F3-9A25-43A1-AAF3-5124426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2B121-A093-470C-BAF9-DCD48F76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For data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BCD35-901D-490D-A468-701607E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610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Define metrics once in version-controlled YAML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Reuse the same definitions in every dashboard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Ship new metrics in days, not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ED5B5-63D6-4F9A-87C9-FFEEA27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B8828-C7D4-4E2D-96AE-6274E09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ABC2E-0B92-4DAC-BEA5-A8798E2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For business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E45F2-F809-4F52-94DC-D1B530C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4610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Ask questions in plain language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Trust that every number means the same thing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Stop exporting to spreadsheets for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8F5D8-DDC6-452C-970F-4234B9E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333BE-D05F-4D16-8EE1-79258DE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85B2A-B91D-4615-B9A6-6EF92CA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9703431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8618-729C-4FE4-978A-6EF0A94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5E9E-6A3A-468E-970A-2D441E19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AB80-CABF-4D80-A0C2-C14C4CC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48FD3-F40C-4A35-A841-239EF8C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8EF6-59AA-4877-9C0F-13CB75C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What changes for your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199D-B5D5-4878-99B8-398A76A2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4B17-DCE2-4028-9C94-DA62DA8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BF76D-0055-4C46-BD7C-ECAC32AC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04921-DD57-4579-9F38-32D2D760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3D0D1-0C29-45E7-905D-6A6ED120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68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42F42-4F02-4405-ACCE-C79E2B4B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686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Dashboards hard-code one metric definition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Duplicate numbers across teams</a:t>
            </a:r>
          </a:p>
          <a:p xmlns:a="http://schemas.openxmlformats.org/drawingml/2006/main">
            <a:pPr algn="l">
              <a:def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• Slow, manual report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F13B-2BED-48DB-B6F4-7774CF9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95D63-955C-4B9B-A5A9-F51A901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2C536-4ECD-469E-8B08-10570EB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8E2CB-1EA0-4093-9E1A-349CCA0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68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With Acme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0F0BC-F80E-4536-AD86-7F0B21F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4686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Metrics defined once, everywhere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One trusted source of truth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Self-serve answers in minutes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32499-0953-4CD0-ABA8-D6AE265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4E160-7B88-486A-8CE9-F239EFA9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44203-6F10-49D6-A85A-41A9973E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972871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9EDC4-DB9A-482F-933E-1DE83776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B2C2F-B7F7-4BB3-A2F8-EE715530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8ACC9-CD6D-424B-8660-4CA5CD2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603C-43C2-4BB0-BBF1-B4D9786F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CUSTOMER VOICE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9494A-5731-46DD-8728-405AA1F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What early users say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5B547-49CD-49F5-AD30-9C921A6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5E506-924F-451B-8CCB-A22FE24A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7C25-DAF0-478A-8356-8230B69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24121-CE8C-4F30-923F-D03C66E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DDCE7-14E9-4C32-BF3B-EB7B552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CB421-31F9-4D7E-912D-1DAD52D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0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For the first time, our leadership and our data team are looking at the exact same numbers and trusting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F1F8C-D506-451B-ADCE-230DDF30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— Head of Data, early-access 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0DDEF-76A6-4465-BA88-F4FC64BA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26461-CCD6-45B4-9AAA-6D9739A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CC39F-D590-4661-AF64-F8FF2F4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4154724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A37FD2-7FE5-4EBF-95CD-4F091CA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58E33-3943-4B16-A9F2-AFBDA39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A26CD-F681-4988-B984-CC93294B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15E96-6ADA-403F-8804-822414B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214B3-7568-4EBF-8FF6-5F443B5D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Pricing that scales with your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31EC1-2264-4EF9-A6A4-4E4CA714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ACC91-AEBB-4EF1-BD16-A1DDA14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A172C-4978-4227-9EB5-DAD5147E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A4291-53AA-4AD7-B06F-19F9E739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E3553-CA91-4988-872F-2C39556F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26ED-1C87-4EF7-86CF-1239FAC6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F45AE-8B27-4FD9-BEAE-69EDBBEA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849A1-680F-46B4-8895-06D99021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A144C-1A5B-44B3-89B1-90EAC62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Best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B2B4E-5221-41A8-BDDE-659C828B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268EB-32D3-4830-8127-B2EACE02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Self-serve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CBF7E-348D-4CF5-A3CF-A2D0823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72E85-F467-40E4-B3E7-5E886247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4826B-0831-46ED-A02D-F76233D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310A6-E39E-47BC-93C7-FA21956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$99 / seat / 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BBC2A-D214-405F-ABB0-22F8C5B2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89209-1AA8-4DD4-ABEC-386F32F4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Small teams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8C3D4-E272-4422-AF02-9CD315D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05CCA-A42B-4538-915D-8D5D461B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AE259-19D4-414F-9E52-9A45043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54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4CCD5-5BEC-4738-B966-82F103A8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35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32B8D-18AE-4453-B310-F2F979F0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354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0FEA1-578A-41F4-AFE0-971E1E12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735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$249 / seat / 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DC958F-337D-42CF-B8B8-99893CC4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354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CB831-6170-40B5-9740-85F82D1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35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Growing orgs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3FC85-8BFB-4BA9-927B-628C362B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354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6878E6-D523-4642-BC5E-E456731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735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90CF2-0580-4B23-935C-0604744D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76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9C2D2-23C0-4253-A1A5-659C1B0B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57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8832A-7D33-4F4F-A4E9-0D8E84CA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276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E95C65-B4C0-4B46-A0FF-F74ACD7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657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Custom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3A6D7C-ACB9-4391-909A-CBB526A9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276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339917-4126-4C20-8AEE-9BB133C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57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Large orgs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3CABA5-FC17-4B13-8FD2-66437C29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27600"/>
            <a:ext cx="27051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A21DC8-F1DA-4A5C-B719-7CB3DA57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65700"/>
            <a:ext cx="25146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Full + SSO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E561F6-DA3F-4433-906D-83F9F3E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DF2BD6-35ED-4168-9C3B-E02A1D3E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7912BF-4FF2-4208-82C5-FA006C86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008892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CB2C9-5AF3-40B0-A232-81AB740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1BE23-0052-4177-87AE-762B421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B9B7C-5074-4941-8B0E-8C394E4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428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3738E-B4DE-4185-976D-2F42883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17A9-0D0A-4AC4-8386-E5FC543C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B2A3A"/>
                </a:solidFill>
                <a:latin typeface="Microsoft YaHei UI"/>
                <a:ea typeface="Microsoft YaHei UI"/>
                <a:cs typeface="Microsoft YaHei UI"/>
              </a:rPr>
              <a:t>From pilot to company-wide rollout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ABDE7-147B-4A0A-9DB8-6D43FA8E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F1E77-FB87-4AFB-ABA7-CB7651E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2473-B223-4148-AE35-4A49597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63E73-8ABE-44C1-982E-1447FADF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46837-65A5-4D33-A402-CB6670F1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1B8B9-EBA2-4874-BDC3-510CEDD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5A519-2EFC-4D7B-8A2B-0D8CFACB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 teams, 6 weeks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74BD4-084B-4DAF-8C35-EC684B8B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521B7-F683-41E9-9A42-E683D9AE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B9D02-9490-4E92-A826-5A50F6B4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5EEDD-EC1D-493E-9E04-978A9000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teams, quarter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37E58-B562-48D6-98B3-DB1F55AD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B6CED-E1E0-40F1-B2EB-8EBD7E03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2D29E-20DA-4354-BF3F-BCD9925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2E6D3-8AC3-41CF-A996-9EEAF37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Company-wide, quarter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8E91D-D9F2-4C1C-8E80-A124640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28575">
            <a:solidFill>
              <a:srgbClr val="F5F7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54F70-5D32-43C7-913D-6FD0DB2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538FF-41D2-4A3C-B0C1-EB65DD9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Extend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7EE17-B12F-4C71-8EE4-AFE93C1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New connectors, quarter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2D4AF-6B3E-4E15-888D-22BBBF5B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B5A8E-3654-4E03-BFD5-93A6E281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6DD1C-2678-430E-BEC2-4CBFEDC2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21350298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96276-B810-4C4A-B69A-F5CBE35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DF324-FD54-4747-B6D2-0D194EA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6F866-EA15-4CC6-A89F-EF7EFD56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3848-0C80-493D-B23B-AFEDB46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C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5A624-FA88-40B2-97C6-F4A220E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E28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56ED7-93E7-4AE2-A6B8-DA9EDD49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7D3BC-9C17-48D4-B65A-162431C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89D3C-3FD3-4436-994B-7806B81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BB212-6A75-4B48-8204-BE6CC7E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Start a pilot and see the difference in six weeks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0E09E-A123-4FF2-826A-A670CEF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Book a 30-minute walkthrough and bring one metric you want to trust.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38DD7-6A72-4206-9A88-010E9321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509DB-5E51-45B4-A89A-1B19657E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Book a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E8694-CBC8-4DC8-9FC3-052AF08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7CC8B-82AD-46DE-B92A-7F941EC1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Product Launch 2026  |  Your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DA840-F91B-496D-9817-AFFDD33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1173674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2026-08-25T13:58:14.5730000Z</dcterms:created>
  <dcterms:modified xsi:type="dcterms:W3CDTF">2026-08-25T13:58:14.5730000Z</dcterms:modified>
</coreProperties>
</file>