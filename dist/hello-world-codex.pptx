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662b98afcca4e3d" /><Relationship Type="http://schemas.openxmlformats.org/officeDocument/2006/relationships/extended-properties" Target="/docProps/app.xml" Id="R960179ec03cb4710" /><Relationship Type="http://schemas.openxmlformats.org/officeDocument/2006/relationships/officeDocument" Target="/ppt/presentation.xml" Id="Ra91bf418924e4bf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c0bd7cf32ce4959"/>
  </p:sldMasterIdLst>
  <p:notesMasterIdLst>
    <p:notesMasterId xmlns:r="http://schemas.openxmlformats.org/officeDocument/2006/relationships" r:id="R5076088945f54625"/>
  </p:notesMasterIdLst>
  <p:sldIdLst>
    <p:sldId xmlns:r="http://schemas.openxmlformats.org/officeDocument/2006/relationships" id="256" r:id="Re405e58d4ab046c5"/>
    <p:sldId xmlns:r="http://schemas.openxmlformats.org/officeDocument/2006/relationships" id="257" r:id="R73b08b4362af4c8f"/>
    <p:sldId xmlns:r="http://schemas.openxmlformats.org/officeDocument/2006/relationships" id="258" r:id="R966a9e15e1f04ebe"/>
    <p:sldId xmlns:r="http://schemas.openxmlformats.org/officeDocument/2006/relationships" id="259" r:id="R3f70c522becc4e8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9ff6640adfe45bd" /><Relationship Type="http://schemas.openxmlformats.org/officeDocument/2006/relationships/slideMaster" Target="/ppt/slideMasters/slideMaster1.xml" Id="Rac0bd7cf32ce4959" /><Relationship Type="http://schemas.openxmlformats.org/officeDocument/2006/relationships/notesMaster" Target="/ppt/notesMasters/notesMaster1.xml" Id="R5076088945f54625" /><Relationship Type="http://schemas.openxmlformats.org/officeDocument/2006/relationships/presProps" Target="/ppt/presProps.xml" Id="Rd061615c542946e9" /><Relationship Type="http://schemas.openxmlformats.org/officeDocument/2006/relationships/viewProps" Target="/ppt/viewProps.xml" Id="R228a8d13843d4d0a" /><Relationship Type="http://schemas.openxmlformats.org/officeDocument/2006/relationships/tableStyles" Target="/ppt/tableStyles.xml" Id="Raf0d8d0912df4164" /><Relationship Type="http://schemas.openxmlformats.org/officeDocument/2006/relationships/slide" Target="/ppt/slides/slide1.xml" Id="Re405e58d4ab046c5" /><Relationship Type="http://schemas.openxmlformats.org/officeDocument/2006/relationships/slide" Target="/ppt/slides/slide2.xml" Id="R73b08b4362af4c8f" /><Relationship Type="http://schemas.openxmlformats.org/officeDocument/2006/relationships/slide" Target="/ppt/slides/slide3.xml" Id="R966a9e15e1f04ebe" /><Relationship Type="http://schemas.openxmlformats.org/officeDocument/2006/relationships/slide" Target="/ppt/slides/slide4.xml" Id="R3f70c522becc4e8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fda616f3395425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110d8220f1a40cc" /><Relationship Type="http://schemas.openxmlformats.org/officeDocument/2006/relationships/notesMaster" Target="/ppt/notesMasters/notesMaster1.xml" Id="R9f298ce40f8148c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f594eefd02243a8" /><Relationship Type="http://schemas.openxmlformats.org/officeDocument/2006/relationships/notesMaster" Target="/ppt/notesMasters/notesMaster1.xml" Id="R134a260f9b6248f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665b9aa7c574080" /><Relationship Type="http://schemas.openxmlformats.org/officeDocument/2006/relationships/notesMaster" Target="/ppt/notesMasters/notesMaster1.xml" Id="Rc328df238b6847a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37c39e936b34116" /><Relationship Type="http://schemas.openxmlformats.org/officeDocument/2006/relationships/notesMaster" Target="/ppt/notesMasters/notesMaster1.xml" Id="Rdbe750df9a9845c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b1c93604a64df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424a38902734ac2" /><Relationship Type="http://schemas.openxmlformats.org/officeDocument/2006/relationships/slideLayout" Target="/ppt/slideLayouts/slideLayout1.xml" Id="R28465d33dc3f474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8465d33dc3f474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dd8f819d834229" /><Relationship Type="http://schemas.openxmlformats.org/officeDocument/2006/relationships/notesSlide" Target="/ppt/notesSlides/notesSlide1.xml" Id="R2956a1c16809409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3443a8c6874c9b" /><Relationship Type="http://schemas.openxmlformats.org/officeDocument/2006/relationships/notesSlide" Target="/ppt/notesSlides/notesSlide2.xml" Id="R0e019dad295548a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4a7b5824164816" /><Relationship Type="http://schemas.openxmlformats.org/officeDocument/2006/relationships/notesSlide" Target="/ppt/notesSlides/notesSlide3.xml" Id="R421188c6750f40b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f988ac9547478d" /><Relationship Type="http://schemas.openxmlformats.org/officeDocument/2006/relationships/notesSlide" Target="/ppt/notesSlides/notesSlide4.xml" Id="R3f2bb6d1f4e24382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D27854B-E161-428E-A7B0-3D172C260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2744C0-BEFC-41CD-845B-89DCEE67D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619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5D2E"/>
          </a:solidFill>
          <a:ln xmlns:a="http://schemas.openxmlformats.org/drawingml/2006/main" w="0">
            <a:solidFill>
              <a:srgbClr val="C65D2E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D5B9F4-8472-42F6-AD81-ACB95C217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19125"/>
            <a:ext cx="1352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8F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8F0"/>
                </a:solidFill>
                <a:latin typeface="Aptos"/>
                <a:ea typeface="Aptos"/>
                <a:cs typeface="Aptos"/>
              </a:rPr>
              <a:t>VSCODE + CODEX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E36CB3-29EF-4731-A579-0CF5B86F9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74295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E1B18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E1B18"/>
                </a:solidFill>
                <a:latin typeface="Aptos Display"/>
                <a:ea typeface="Aptos Display"/>
                <a:cs typeface="Aptos Display"/>
              </a:rPr>
              <a:t>Codex can automate editable PPT creation.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FAE6BE-A830-4DB9-9D79-1BD84CBB1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61912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B6258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B6258"/>
                </a:solidFill>
                <a:latin typeface="Aptos"/>
                <a:ea typeface="Aptos"/>
                <a:cs typeface="Aptos"/>
              </a:rPr>
              <a:t>This sample deck is produced by a local Codex-native workflow.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72EE4E-6EA0-4118-B386-150BF7755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200150"/>
            <a:ext cx="308610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F2"/>
          </a:solidFill>
          <a:ln xmlns:a="http://schemas.openxmlformats.org/drawingml/2006/main" w="9525">
            <a:solidFill>
              <a:srgbClr val="D6C8B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756E10-99DE-4012-9AD6-4058C946F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485900"/>
            <a:ext cx="8382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B0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040E43-78FF-467E-B5C4-5484F4232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1962150"/>
            <a:ext cx="12573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5D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E242FC-EF67-4915-80A6-25B1C76CD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600450"/>
            <a:ext cx="152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E1B1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E1B18"/>
                </a:solidFill>
                <a:latin typeface="Aptos"/>
                <a:ea typeface="Aptos"/>
                <a:cs typeface="Aptos"/>
              </a:rPr>
              <a:t>Editable output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DC88DB-400E-417D-A9C1-79E37600F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867150"/>
            <a:ext cx="21717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625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B6258"/>
                </a:solidFill>
                <a:latin typeface="Aptos"/>
                <a:ea typeface="Aptos"/>
                <a:cs typeface="Aptos"/>
              </a:rPr>
              <a:t>Built locally with the Codex Presentations runtime.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907B52-529E-469A-9D4A-4F0D3B2A1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6191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65D2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C65D2E"/>
                </a:solidFill>
                <a:latin typeface="Aptos"/>
                <a:ea typeface="Aptos"/>
                <a:cs typeface="Aptos"/>
              </a:rPr>
              <a:t>Input brief -&gt; Node script -&gt; editable .pptx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2F6CC5-8339-4D12-8AD5-F169352FE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8B8"/>
          </a:solidFill>
          <a:ln xmlns:a="http://schemas.openxmlformats.org/drawingml/2006/main" w="0">
            <a:solidFill>
              <a:srgbClr val="D6C8B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E68C47-E2D2-4E98-9C7D-E7C2FD002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304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B625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B6258"/>
                </a:solidFill>
                <a:latin typeface="Aptos"/>
                <a:ea typeface="Aptos"/>
                <a:cs typeface="Aptos"/>
              </a:rPr>
              <a:t>Hello World  |  Codex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ECB7F2-1069-486F-AED1-36E354D9A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572250"/>
            <a:ext cx="723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B625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B6258"/>
                </a:solidFill>
                <a:latin typeface="Aptos"/>
                <a:ea typeface="Aptos"/>
                <a:cs typeface="Aptos"/>
              </a:rPr>
              <a:t>1/4</a:t>
            </a:r>
          </a:p>
        </p:txBody>
      </p:sp>
    </p:spTree>
    <p:extLst>
      <p:ext uri="{BB962C8B-B14F-4D97-AF65-F5344CB8AC3E}">
        <p14:creationId xmlns:p14="http://schemas.microsoft.com/office/powerpoint/2010/main" val="206878637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33B7F44-C55D-4AE5-981F-9AAD5E7A9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6A339F-4205-413D-A551-0B360CC93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65D2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65D2E"/>
                </a:solidFill>
                <a:latin typeface="Aptos"/>
                <a:ea typeface="Aptos"/>
                <a:cs typeface="Aptos"/>
              </a:rPr>
              <a:t>WORKFLOW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3307B5-4A52-4FB0-A653-53E125419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8382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E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E1B18"/>
                </a:solidFill>
                <a:latin typeface="Aptos Display"/>
                <a:ea typeface="Aptos Display"/>
                <a:cs typeface="Aptos Display"/>
              </a:rPr>
              <a:t>The automation loop is short enough to use every day.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F951B5-BF27-47E5-9FFF-69F345020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6534150" cy="3581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F2"/>
          </a:solidFill>
          <a:ln xmlns:a="http://schemas.openxmlformats.org/drawingml/2006/main" w="9525">
            <a:solidFill>
              <a:srgbClr val="D6C8B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D1CA9C-40E4-48FA-B261-AA657B081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00300"/>
            <a:ext cx="5734050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38100" tIns="38100" rIns="38100" bIns="3810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E1B1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E1B18"/>
                </a:solidFill>
                <a:latin typeface="Aptos"/>
                <a:ea typeface="Aptos"/>
                <a:cs typeface="Aptos"/>
              </a:rPr>
              <a:t>- Keep the deck request in a small JSON brief.</a:t>
            </a:r>
          </a:p>
          <a:p xmlns:a="http://schemas.openxmlformats.org/drawingml/2006/main">
            <a:pPr algn="l">
              <a:defRPr sz="1650" b="0">
                <a:solidFill>
                  <a:srgbClr val="1E1B1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E1B18"/>
                </a:solidFill>
                <a:latin typeface="Aptos"/>
                <a:ea typeface="Aptos"/>
                <a:cs typeface="Aptos"/>
              </a:rPr>
              <a:t>- Ask Codex to update that brief or generate a new one.</a:t>
            </a:r>
          </a:p>
          <a:p xmlns:a="http://schemas.openxmlformats.org/drawingml/2006/main">
            <a:pPr algn="l">
              <a:defRPr sz="1650" b="0">
                <a:solidFill>
                  <a:srgbClr val="1E1B1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E1B18"/>
                </a:solidFill>
                <a:latin typeface="Aptos"/>
                <a:ea typeface="Aptos"/>
                <a:cs typeface="Aptos"/>
              </a:rPr>
              <a:t>- Run one build command from VSCode or the terminal.</a:t>
            </a:r>
          </a:p>
          <a:p xmlns:a="http://schemas.openxmlformats.org/drawingml/2006/main">
            <a:pPr algn="l">
              <a:defRPr sz="1650" b="0">
                <a:solidFill>
                  <a:srgbClr val="1E1B1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E1B18"/>
                </a:solidFill>
                <a:latin typeface="Aptos"/>
                <a:ea typeface="Aptos"/>
                <a:cs typeface="Aptos"/>
              </a:rPr>
              <a:t>- Open the exported .pptx and make final edits in PowerPoint.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2449A0-C9FE-4A26-92C7-90803B9A4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057400"/>
            <a:ext cx="4057650" cy="3581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5D2E"/>
          </a:solidFill>
          <a:ln xmlns:a="http://schemas.openxmlformats.org/drawingml/2006/main" w="9525">
            <a:solidFill>
              <a:srgbClr val="C65D2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F6B4A2-CCA3-459E-899B-1B52A9AED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38125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8F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8F0"/>
                </a:solidFill>
                <a:latin typeface="Aptos"/>
                <a:ea typeface="Aptos"/>
                <a:cs typeface="Aptos"/>
              </a:rPr>
              <a:t>WHY IT WORKS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527FC6-0C0A-4F70-BCF0-B95A85686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781300"/>
            <a:ext cx="31432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FF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FF8F0"/>
                </a:solidFill>
                <a:latin typeface="Aptos"/>
                <a:ea typeface="Aptos"/>
                <a:cs typeface="Aptos"/>
              </a:rPr>
              <a:t>The deck is created with the built-in Codex Presentations runtime, so the result stays editable.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F82B47-ECEB-47E4-86F2-151664551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8B8"/>
          </a:solidFill>
          <a:ln xmlns:a="http://schemas.openxmlformats.org/drawingml/2006/main" w="0">
            <a:solidFill>
              <a:srgbClr val="D6C8B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690BAA-71ED-4710-8F3D-5E44BFE4A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304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B625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B6258"/>
                </a:solidFill>
                <a:latin typeface="Aptos"/>
                <a:ea typeface="Aptos"/>
                <a:cs typeface="Aptos"/>
              </a:rPr>
              <a:t>Hello World  |  Codex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69368B-DA13-49ED-8366-0E938B08E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572250"/>
            <a:ext cx="723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B625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B6258"/>
                </a:solidFill>
                <a:latin typeface="Aptos"/>
                <a:ea typeface="Aptos"/>
                <a:cs typeface="Aptos"/>
              </a:rPr>
              <a:t>2/4</a:t>
            </a:r>
          </a:p>
        </p:txBody>
      </p:sp>
    </p:spTree>
    <p:extLst>
      <p:ext uri="{BB962C8B-B14F-4D97-AF65-F5344CB8AC3E}">
        <p14:creationId xmlns:p14="http://schemas.microsoft.com/office/powerpoint/2010/main" val="164123165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B214EE3-1C23-4EE9-87A9-34F8CA983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47C281-8C35-40E7-B36F-7D16D553E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65D2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65D2E"/>
                </a:solidFill>
                <a:latin typeface="Aptos"/>
                <a:ea typeface="Aptos"/>
                <a:cs typeface="Aptos"/>
              </a:rPr>
              <a:t>PROOF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48ACFC-EE15-4C2D-8B84-3254BA679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8382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E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E1B18"/>
                </a:solidFill>
                <a:latin typeface="Aptos Display"/>
                <a:ea typeface="Aptos Display"/>
                <a:cs typeface="Aptos Display"/>
              </a:rPr>
              <a:t>A small schema is enough to drive consistent deck output.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C1215F-E47B-49C6-B637-C07AD158E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35052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F2"/>
          </a:solidFill>
          <a:ln xmlns:a="http://schemas.openxmlformats.org/drawingml/2006/main" w="9525">
            <a:solidFill>
              <a:srgbClr val="D6C8B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7A13D6-4D64-46BB-88DD-77B7C5BC5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05100"/>
            <a:ext cx="29718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C65D2E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C65D2E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33AA6D-761F-4212-B452-E19BC7A08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29000"/>
            <a:ext cx="2971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E1B1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E1B18"/>
                </a:solidFill>
                <a:latin typeface="Aptos"/>
                <a:ea typeface="Aptos"/>
                <a:cs typeface="Aptos"/>
              </a:rPr>
              <a:t>Supported slide types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93AE5C-C5A1-4E51-919E-E7BCABC9E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10000"/>
            <a:ext cx="29718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625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B6258"/>
                </a:solidFill>
                <a:latin typeface="Aptos"/>
                <a:ea typeface="Aptos"/>
                <a:cs typeface="Aptos"/>
              </a:rPr>
              <a:t>cover, bullets, metrics, closing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5223D9-C94E-4EE8-9FDE-5AD5FAD9D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362200"/>
            <a:ext cx="35052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F2"/>
          </a:solidFill>
          <a:ln xmlns:a="http://schemas.openxmlformats.org/drawingml/2006/main" w="9525">
            <a:solidFill>
              <a:srgbClr val="D6C8B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EA3E13-CFD5-44DE-9D2B-B78FEB2FC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705100"/>
            <a:ext cx="29718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C65D2E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C65D2E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658D85-8E4D-4AF6-A857-EA0E86986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429000"/>
            <a:ext cx="2971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E1B1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E1B18"/>
                </a:solidFill>
                <a:latin typeface="Aptos"/>
                <a:ea typeface="Aptos"/>
                <a:cs typeface="Aptos"/>
              </a:rPr>
              <a:t>Build command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4C01D6-F708-4050-B4E4-6746A1125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810000"/>
            <a:ext cx="29718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625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B6258"/>
                </a:solidFill>
                <a:latin typeface="Aptos"/>
                <a:ea typeface="Aptos"/>
                <a:cs typeface="Aptos"/>
              </a:rPr>
              <a:t>No extra Python setup in this scaffold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C87E20-936A-4C84-92CA-6C7BE22DE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362200"/>
            <a:ext cx="35052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F2"/>
          </a:solidFill>
          <a:ln xmlns:a="http://schemas.openxmlformats.org/drawingml/2006/main" w="9525">
            <a:solidFill>
              <a:srgbClr val="D6C8B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FD68DA-D648-45B4-B303-8980D4483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705100"/>
            <a:ext cx="29718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C65D2E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C65D2E"/>
                </a:solidFill>
                <a:latin typeface="Aptos Display"/>
                <a:ea typeface="Aptos Display"/>
                <a:cs typeface="Aptos Display"/>
              </a:rPr>
              <a:t>.pptx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5DEE43-63C9-4567-B56A-9D8C43025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429000"/>
            <a:ext cx="2971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E1B1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E1B18"/>
                </a:solidFill>
                <a:latin typeface="Aptos"/>
                <a:ea typeface="Aptos"/>
                <a:cs typeface="Aptos"/>
              </a:rPr>
              <a:t>Final output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FCD867-C105-4456-AEF1-7FCB36468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810000"/>
            <a:ext cx="29718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625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B6258"/>
                </a:solidFill>
                <a:latin typeface="Aptos"/>
                <a:ea typeface="Aptos"/>
                <a:cs typeface="Aptos"/>
              </a:rPr>
              <a:t>Editable in Microsoft PowerPoint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5A7E4F-BB00-456E-A070-AAAD15275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9334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E1B1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E1B18"/>
                </a:solidFill>
                <a:latin typeface="Aptos"/>
                <a:ea typeface="Aptos"/>
                <a:cs typeface="Aptos"/>
              </a:rPr>
              <a:t>Once the structure is stable, Codex can generate repeatable first drafts fast.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F15A14-6BDC-4537-9B2F-BAA468E5E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8B8"/>
          </a:solidFill>
          <a:ln xmlns:a="http://schemas.openxmlformats.org/drawingml/2006/main" w="0">
            <a:solidFill>
              <a:srgbClr val="D6C8B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77130E-2B3F-4641-B875-568BB8E95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304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B625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B6258"/>
                </a:solidFill>
                <a:latin typeface="Aptos"/>
                <a:ea typeface="Aptos"/>
                <a:cs typeface="Aptos"/>
              </a:rPr>
              <a:t>Hello World  |  Codex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222AD3-E33D-46F3-B5C2-E856F0942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572250"/>
            <a:ext cx="723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B625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B6258"/>
                </a:solidFill>
                <a:latin typeface="Aptos"/>
                <a:ea typeface="Aptos"/>
                <a:cs typeface="Aptos"/>
              </a:rPr>
              <a:t>3/4</a:t>
            </a:r>
          </a:p>
        </p:txBody>
      </p:sp>
    </p:spTree>
    <p:extLst>
      <p:ext uri="{BB962C8B-B14F-4D97-AF65-F5344CB8AC3E}">
        <p14:creationId xmlns:p14="http://schemas.microsoft.com/office/powerpoint/2010/main" val="175477733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AB6CB9C-54F2-43F1-A7F7-2CF2AE8E2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84BBA8-4C13-4950-8648-C2546A18C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65D2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65D2E"/>
                </a:solidFill>
                <a:latin typeface="Aptos"/>
                <a:ea typeface="Aptos"/>
                <a:cs typeface="Aptos"/>
              </a:rPr>
              <a:t>NEXT STEP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012F0A-4585-440D-A869-52E5DE52C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8382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E1B18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E1B18"/>
                </a:solidFill>
                <a:latin typeface="Aptos Display"/>
                <a:ea typeface="Aptos Display"/>
                <a:cs typeface="Aptos Display"/>
              </a:rPr>
              <a:t>Replace the sample brief with your own presentation request.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EE3607-2A8A-4D8D-9313-668E5FCB0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1097280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5D2E"/>
          </a:solidFill>
          <a:ln xmlns:a="http://schemas.openxmlformats.org/drawingml/2006/main" w="9525">
            <a:solidFill>
              <a:srgbClr val="C65D2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B88177-FE87-4A25-9364-32A8F127C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47950"/>
            <a:ext cx="8572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8F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FF8F0"/>
                </a:solidFill>
                <a:latin typeface="Aptos Display"/>
                <a:ea typeface="Aptos Display"/>
                <a:cs typeface="Aptos Display"/>
              </a:rPr>
              <a:t>Use the template brief for product pitches, course slides, reports, or internal reviews.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ED1DB6-76FB-43B9-8F65-606142492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33800"/>
            <a:ext cx="4953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FF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FFF8F0"/>
                </a:solidFill>
                <a:latin typeface="Aptos"/>
                <a:ea typeface="Aptos"/>
                <a:cs typeface="Aptos"/>
              </a:rPr>
              <a:t>Ask Codex to draft the next brief.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A1BC37-3360-4DD2-A0F4-C3F8F4532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8B8"/>
          </a:solidFill>
          <a:ln xmlns:a="http://schemas.openxmlformats.org/drawingml/2006/main" w="0">
            <a:solidFill>
              <a:srgbClr val="D6C8B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546F99-CD9B-4436-99B5-7440FDD8F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304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B625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B6258"/>
                </a:solidFill>
                <a:latin typeface="Aptos"/>
                <a:ea typeface="Aptos"/>
                <a:cs typeface="Aptos"/>
              </a:rPr>
              <a:t>Hello World  |  Codex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7472B2-6193-4606-9083-69169554B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572250"/>
            <a:ext cx="723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B625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B6258"/>
                </a:solidFill>
                <a:latin typeface="Aptos"/>
                <a:ea typeface="Aptos"/>
                <a:cs typeface="Aptos"/>
              </a:rPr>
              <a:t>4/4</a:t>
            </a:r>
          </a:p>
        </p:txBody>
      </p:sp>
    </p:spTree>
    <p:extLst>
      <p:ext uri="{BB962C8B-B14F-4D97-AF65-F5344CB8AC3E}">
        <p14:creationId xmlns:p14="http://schemas.microsoft.com/office/powerpoint/2010/main" val="85667808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2026-06-08T09:54:34.3550000Z</dcterms:created>
  <dcterms:modified xsi:type="dcterms:W3CDTF">2026-06-08T09:54:34.3560000Z</dcterms:modified>
</coreProperties>
</file>