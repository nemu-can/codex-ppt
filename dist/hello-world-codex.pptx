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ca38eeaa374e87" /><Relationship Type="http://schemas.openxmlformats.org/officeDocument/2006/relationships/extended-properties" Target="/docProps/app.xml" Id="R55d52785cc874068" /><Relationship Type="http://schemas.openxmlformats.org/officeDocument/2006/relationships/officeDocument" Target="/ppt/presentation.xml" Id="R15e47de23e0143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823b8260a44619"/>
  </p:sldMasterIdLst>
  <p:notesMasterIdLst>
    <p:notesMasterId xmlns:r="http://schemas.openxmlformats.org/officeDocument/2006/relationships" r:id="Rdab26d221cfd49f0"/>
  </p:notesMasterIdLst>
  <p:sldIdLst>
    <p:sldId xmlns:r="http://schemas.openxmlformats.org/officeDocument/2006/relationships" id="256" r:id="Rbaa317cb4d4043cb"/>
    <p:sldId xmlns:r="http://schemas.openxmlformats.org/officeDocument/2006/relationships" id="257" r:id="R96a1242828474497"/>
    <p:sldId xmlns:r="http://schemas.openxmlformats.org/officeDocument/2006/relationships" id="258" r:id="R7626ea79af404815"/>
    <p:sldId xmlns:r="http://schemas.openxmlformats.org/officeDocument/2006/relationships" id="259" r:id="Rad5b628886644f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32c6ceb7e34f3c" /><Relationship Type="http://schemas.openxmlformats.org/officeDocument/2006/relationships/slideMaster" Target="/ppt/slideMasters/slideMaster1.xml" Id="R23823b8260a44619" /><Relationship Type="http://schemas.openxmlformats.org/officeDocument/2006/relationships/notesMaster" Target="/ppt/notesMasters/notesMaster1.xml" Id="Rdab26d221cfd49f0" /><Relationship Type="http://schemas.openxmlformats.org/officeDocument/2006/relationships/presProps" Target="/ppt/presProps.xml" Id="Rc7d741c0f9d0466b" /><Relationship Type="http://schemas.openxmlformats.org/officeDocument/2006/relationships/tableStyles" Target="/ppt/tableStyles.xml" Id="R4ef5668b7b5e4343" /><Relationship Type="http://schemas.openxmlformats.org/officeDocument/2006/relationships/slide" Target="/ppt/slides/slide1.xml" Id="Rbaa317cb4d4043cb" /><Relationship Type="http://schemas.openxmlformats.org/officeDocument/2006/relationships/slide" Target="/ppt/slides/slide2.xml" Id="R96a1242828474497" /><Relationship Type="http://schemas.openxmlformats.org/officeDocument/2006/relationships/slide" Target="/ppt/slides/slide3.xml" Id="R7626ea79af404815" /><Relationship Type="http://schemas.openxmlformats.org/officeDocument/2006/relationships/slide" Target="/ppt/slides/slide4.xml" Id="Rad5b628886644f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dfc19c76694b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c59675a4a7446f" /><Relationship Type="http://schemas.openxmlformats.org/officeDocument/2006/relationships/notesMaster" Target="/ppt/notesMasters/notesMaster1.xml" Id="R3febc74e4a2044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7f84904e5a4f04" /><Relationship Type="http://schemas.openxmlformats.org/officeDocument/2006/relationships/notesMaster" Target="/ppt/notesMasters/notesMaster1.xml" Id="R7e3a538733b14b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62a58d25b34a14" /><Relationship Type="http://schemas.openxmlformats.org/officeDocument/2006/relationships/notesMaster" Target="/ppt/notesMasters/notesMaster1.xml" Id="R2875c05546d04e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d8be3822d84d98" /><Relationship Type="http://schemas.openxmlformats.org/officeDocument/2006/relationships/notesMaster" Target="/ppt/notesMasters/notesMaster1.xml" Id="R6d75b78258a64a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726ee3607041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580554b4764ad1" /><Relationship Type="http://schemas.openxmlformats.org/officeDocument/2006/relationships/slideLayout" Target="/ppt/slideLayouts/slideLayout1.xml" Id="Rc38bf278c80b47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8bf278c80b47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7a8c21b7bd4e6a" /><Relationship Type="http://schemas.openxmlformats.org/officeDocument/2006/relationships/notesSlide" Target="/ppt/notesSlides/notesSlide1.xml" Id="Red3e9bc6891b4a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1bd091f3d4371" /><Relationship Type="http://schemas.openxmlformats.org/officeDocument/2006/relationships/notesSlide" Target="/ppt/notesSlides/notesSlide2.xml" Id="Rbcf2a4330e0e4b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a882f79c64c81" /><Relationship Type="http://schemas.openxmlformats.org/officeDocument/2006/relationships/notesSlide" Target="/ppt/notesSlides/notesSlide3.xml" Id="Re5803a753dc442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7c0f362b644e8" /><Relationship Type="http://schemas.openxmlformats.org/officeDocument/2006/relationships/notesSlide" Target="/ppt/notesSlides/notesSlide4.xml" Id="R892917870f5c4b1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0D6C48-3690-4B45-8CD6-7278C3B0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682AE-434F-4A0C-BCFF-4CCA97B2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7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7EE88D-E9B0-4D21-BBFF-B531E7DB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A5E276-D45B-4E59-A616-D624AE42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0"/>
            <a:ext cx="4438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7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82F10A-611B-439A-9BF6-E1E449B7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838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0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FF728F-313D-4E22-8D7F-590418D9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047750"/>
            <a:ext cx="34290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E7B08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937234-BADD-4460-946A-D275F76C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EE2A9D-DA34-4671-B936-3EEB74C0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8F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8F0"/>
                </a:solidFill>
                <a:latin typeface="Aptos"/>
                <a:ea typeface="Aptos"/>
                <a:cs typeface="Aptos"/>
              </a:rPr>
              <a:t>VSCODE + CODEX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5E5A15-D09D-4321-AB3F-1F09756B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6000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E1B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>
                <a:solidFill>
                  <a:srgbClr val="1E1B18"/>
                </a:solidFill>
                <a:latin typeface="Times New Roman"/>
                <a:ea typeface="Times New Roman"/>
                <a:cs typeface="Times New Roman"/>
              </a:rPr>
              <a:t>Codex can automate editable PPT creation.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1BDA4B-6D4E-4188-8D92-E1085DF0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5334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B625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B6258"/>
                </a:solidFill>
                <a:latin typeface="Aptos"/>
                <a:ea typeface="Aptos"/>
                <a:cs typeface="Aptos"/>
              </a:rPr>
              <a:t>This sample deck is produced by a local Codex-native workflow.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F5F4FA-A97F-41CD-AD90-B9AF854F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FF0629-0B54-4496-873E-275C6679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457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65D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65D2E"/>
                </a:solidFill>
                <a:latin typeface="Aptos"/>
                <a:ea typeface="Aptos"/>
                <a:cs typeface="Aptos"/>
              </a:rPr>
              <a:t>Input brief -&gt; Node script -&gt; editable .pptx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4E43F3-5654-4C9A-BD27-EDE7B6F3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9817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8F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FF8F0"/>
                </a:solidFill>
                <a:latin typeface="Times New Roman"/>
                <a:ea typeface="Times New Roman"/>
                <a:cs typeface="Times New Roman"/>
              </a:rPr>
              <a:t>Hello World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515E5A-2686-4FE6-818B-B6B9338E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2293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CCFB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CCFBF"/>
                </a:solidFill>
                <a:latin typeface="Aptos"/>
                <a:ea typeface="Aptos"/>
                <a:cs typeface="Aptos"/>
              </a:rPr>
              <a:t>A minimal editable PPTX generated by Codex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5F6D6-6256-4DDB-B186-976E022C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8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9B90EF-150D-4B4F-8127-B8FEB899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625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6258"/>
                </a:solidFill>
                <a:latin typeface="Aptos"/>
                <a:ea typeface="Aptos"/>
                <a:cs typeface="Aptos"/>
              </a:rPr>
              <a:t>Hello World  |  Codex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185A40-038B-4075-A151-12891D12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B625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6258"/>
                </a:solidFill>
                <a:latin typeface="Aptos"/>
                <a:ea typeface="Aptos"/>
                <a:cs typeface="Aptos"/>
              </a:rPr>
              <a:t>1/4</a:t>
            </a:r>
          </a:p>
        </p:txBody>
      </p:sp>
    </p:spTree>
    <p:extLst>
      <p:ext uri="{BB962C8B-B14F-4D97-AF65-F5344CB8AC3E}">
        <p14:creationId xmlns:p14="http://schemas.microsoft.com/office/powerpoint/2010/main" val="21350525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AFDDCF-B0F1-4AFF-A55D-7B07D28B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BECC86-15A7-4250-9173-4B02519B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7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D45C3-7A97-48FD-B722-1F79CCC3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8C2A41-E800-4937-B919-D306D792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"/>
            <a:ext cx="1123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8F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8F0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6B2336-81D9-4491-A122-FDD5596B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001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1B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E1B18"/>
                </a:solidFill>
                <a:latin typeface="Times New Roman"/>
                <a:ea typeface="Times New Roman"/>
                <a:cs typeface="Times New Roman"/>
              </a:rPr>
              <a:t>The automation loop is short enough to use every day.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A89E11-C20E-4171-A510-C594F025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524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2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2741E-6F2F-4027-99B5-7B33D54E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33650"/>
            <a:ext cx="4857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1B1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E1B18"/>
                </a:solidFill>
                <a:latin typeface="Aptos"/>
                <a:ea typeface="Aptos"/>
                <a:cs typeface="Aptos"/>
              </a:rPr>
              <a:t>• Keep the deck request in a small JSON brief.</a:t>
            </a:r>
          </a:p>
          <a:p xmlns:a="http://schemas.openxmlformats.org/drawingml/2006/main">
            <a:pPr algn="l">
              <a:defRPr sz="1500" b="0">
                <a:solidFill>
                  <a:srgbClr val="1E1B1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E1B18"/>
                </a:solidFill>
                <a:latin typeface="Aptos"/>
                <a:ea typeface="Aptos"/>
                <a:cs typeface="Aptos"/>
              </a:rPr>
              <a:t>• Ask Codex to update that brief or generate a new one.</a:t>
            </a:r>
          </a:p>
          <a:p xmlns:a="http://schemas.openxmlformats.org/drawingml/2006/main">
            <a:pPr algn="l">
              <a:defRPr sz="1500" b="0">
                <a:solidFill>
                  <a:srgbClr val="1E1B1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E1B18"/>
                </a:solidFill>
                <a:latin typeface="Aptos"/>
                <a:ea typeface="Aptos"/>
                <a:cs typeface="Aptos"/>
              </a:rPr>
              <a:t>• Run one build command from VSCode or the terminal.</a:t>
            </a:r>
          </a:p>
          <a:p xmlns:a="http://schemas.openxmlformats.org/drawingml/2006/main">
            <a:pPr algn="l">
              <a:defRPr sz="1500" b="0">
                <a:solidFill>
                  <a:srgbClr val="1E1B1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E1B18"/>
                </a:solidFill>
                <a:latin typeface="Aptos"/>
                <a:ea typeface="Aptos"/>
                <a:cs typeface="Aptos"/>
              </a:rPr>
              <a:t>• Open the exported .pptx and make final edits in PowerPoint.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ECF45-517B-40C1-8C17-799B387C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33600"/>
            <a:ext cx="49720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7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947F91-BE7F-4F33-A9EE-394E49A6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574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7B0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7B08B"/>
                </a:solidFill>
                <a:latin typeface="Aptos"/>
                <a:ea typeface="Aptos"/>
                <a:cs typeface="Aptos"/>
              </a:rPr>
              <a:t>WHY IT WORKS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DE316C-7B1E-4A98-A8B5-4CD999A9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57500"/>
            <a:ext cx="400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8F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8F0"/>
                </a:solidFill>
                <a:latin typeface="Times New Roman"/>
                <a:ea typeface="Times New Roman"/>
                <a:cs typeface="Times New Roman"/>
              </a:rPr>
              <a:t>The deck is created with the built-in Codex Presentations runtime, so the result stays editable.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C19A4D-D5F9-428A-8C7D-E232BCD4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76750"/>
            <a:ext cx="49720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A542F4-2736-4CA6-B207-944C136B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8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FFA1C2-D54F-4DDB-A15E-C3C3B5E9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625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6258"/>
                </a:solidFill>
                <a:latin typeface="Aptos"/>
                <a:ea typeface="Aptos"/>
                <a:cs typeface="Aptos"/>
              </a:rPr>
              <a:t>Hello World  |  Codex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83896B-2CC1-46C0-B794-7484BCA0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B625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6258"/>
                </a:solidFill>
                <a:latin typeface="Aptos"/>
                <a:ea typeface="Aptos"/>
                <a:cs typeface="Aptos"/>
              </a:rPr>
              <a:t>2/4</a:t>
            </a:r>
          </a:p>
        </p:txBody>
      </p:sp>
    </p:spTree>
    <p:extLst>
      <p:ext uri="{BB962C8B-B14F-4D97-AF65-F5344CB8AC3E}">
        <p14:creationId xmlns:p14="http://schemas.microsoft.com/office/powerpoint/2010/main" val="22511855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415FBE-93E8-4888-A76B-AC7427F0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7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2E149-03EA-4BD2-A31D-38E4C00E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E29843-23E2-4AEB-88B2-8090E948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2A5D8-8E44-4615-A592-53B50319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5800"/>
            <a:ext cx="1600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8F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8F0"/>
                </a:solidFill>
                <a:latin typeface="Aptos"/>
                <a:ea typeface="Aptos"/>
                <a:cs typeface="Aptos"/>
              </a:rPr>
              <a:t>PROOF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7DAA61-3A8F-4AD1-BA20-615D6E99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8F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FFF8F0"/>
                </a:solidFill>
                <a:latin typeface="Times New Roman"/>
                <a:ea typeface="Times New Roman"/>
                <a:cs typeface="Times New Roman"/>
              </a:rPr>
              <a:t>A small schema is enough to drive consistent deck output.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179D87-41A0-4729-AA52-2D4EFFF1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4290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2"/>
          </a:solidFill>
          <a:ln xmlns:a="http://schemas.openxmlformats.org/drawingml/2006/main" w="19050">
            <a:solidFill>
              <a:srgbClr val="E7B08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53E7D7-4B6C-495E-9965-337F5BF8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D78F0E-6AD4-482B-A067-210F3EE2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2971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65D2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C65D2E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043A2E-2F65-498C-B96F-35B68AAB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140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E1B18"/>
                </a:solidFill>
                <a:latin typeface="Aptos"/>
                <a:ea typeface="Aptos"/>
                <a:cs typeface="Aptos"/>
              </a:rPr>
              <a:t>Supported slide types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844D56-371D-4768-8165-487C982B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2971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25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6258"/>
                </a:solidFill>
                <a:latin typeface="Aptos"/>
                <a:ea typeface="Aptos"/>
                <a:cs typeface="Aptos"/>
              </a:rPr>
              <a:t>cover, bullets, metrics, closing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B39E5A-1983-49DB-8FEC-92D6C0AB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76500"/>
            <a:ext cx="34290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2"/>
          </a:solidFill>
          <a:ln xmlns:a="http://schemas.openxmlformats.org/drawingml/2006/main" w="19050">
            <a:solidFill>
              <a:srgbClr val="E7B08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1F2C16-B756-4DE3-A18B-B1882E50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765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737D40-821B-4A83-A000-4C110E65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76550"/>
            <a:ext cx="2971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65D2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C65D2E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3EAEED-2612-4B49-BEC4-818DC1A1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8140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E1B18"/>
                </a:solidFill>
                <a:latin typeface="Aptos"/>
                <a:ea typeface="Aptos"/>
                <a:cs typeface="Aptos"/>
              </a:rPr>
              <a:t>Build command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986A81-6042-4683-9E2F-735B941A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24300"/>
            <a:ext cx="2971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25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6258"/>
                </a:solidFill>
                <a:latin typeface="Aptos"/>
                <a:ea typeface="Aptos"/>
                <a:cs typeface="Aptos"/>
              </a:rPr>
              <a:t>No extra Python setup in this scaffold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ABBA29-352E-4244-8955-21CEFD48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76500"/>
            <a:ext cx="34290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2"/>
          </a:solidFill>
          <a:ln xmlns:a="http://schemas.openxmlformats.org/drawingml/2006/main" w="19050">
            <a:solidFill>
              <a:srgbClr val="E7B08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AD15AE-53EE-4373-BB30-B6EB468D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765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AB1549-EF8A-4690-863B-DE8172EA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76550"/>
            <a:ext cx="2971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65D2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C65D2E"/>
                </a:solidFill>
                <a:latin typeface="Times New Roman"/>
                <a:ea typeface="Times New Roman"/>
                <a:cs typeface="Times New Roman"/>
              </a:rPr>
              <a:t>.pptx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5341B7-7DA9-41E0-A781-11F94C1B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8140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E1B18"/>
                </a:solidFill>
                <a:latin typeface="Aptos"/>
                <a:ea typeface="Aptos"/>
                <a:cs typeface="Aptos"/>
              </a:rPr>
              <a:t>Final output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628F2D-A645-479E-9A51-3FEFA616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24300"/>
            <a:ext cx="2971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25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6258"/>
                </a:solidFill>
                <a:latin typeface="Aptos"/>
                <a:ea typeface="Aptos"/>
                <a:cs typeface="Aptos"/>
              </a:rPr>
              <a:t>Editable in Microsoft PowerPoint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3CE32A-2C07-4C64-99C0-4D0780DE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0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F63CF2-A199-4BC7-877E-EAB34B2B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8F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8F0"/>
                </a:solidFill>
                <a:latin typeface="Aptos"/>
                <a:ea typeface="Aptos"/>
                <a:cs typeface="Aptos"/>
              </a:rPr>
              <a:t>Once the structure is stable, Codex can generate repeatable first drafts fast.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AB0928-09B1-4B54-8678-C90F86A7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0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B72976-0995-4E24-8A14-7CDD5CEF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E7B0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E7B08B"/>
                </a:solidFill>
                <a:latin typeface="Aptos"/>
                <a:ea typeface="Aptos"/>
                <a:cs typeface="Aptos"/>
              </a:rPr>
              <a:t>Hello World  |  Codex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3534CF-057C-4E6E-B1E8-B87194EB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E7B0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E7B08B"/>
                </a:solidFill>
                <a:latin typeface="Aptos"/>
                <a:ea typeface="Aptos"/>
                <a:cs typeface="Aptos"/>
              </a:rPr>
              <a:t>3/4</a:t>
            </a:r>
          </a:p>
        </p:txBody>
      </p:sp>
    </p:spTree>
    <p:extLst>
      <p:ext uri="{BB962C8B-B14F-4D97-AF65-F5344CB8AC3E}">
        <p14:creationId xmlns:p14="http://schemas.microsoft.com/office/powerpoint/2010/main" val="186190316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B10123-B8EC-480C-8FB7-F41006C4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8BE40-8800-49BF-A483-A3848C8B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7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AF3235-82FB-4F5B-9259-8D5C27F7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7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03EFA3-4B61-46E6-9661-A0C9A896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905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9DDE1C-BD9B-4017-82A4-8053A9E8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47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7B0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7B08B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031E3A-2348-410F-B0DD-90ED1F58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09800"/>
            <a:ext cx="8610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8F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FFF8F0"/>
                </a:solidFill>
                <a:latin typeface="Times New Roman"/>
                <a:ea typeface="Times New Roman"/>
                <a:cs typeface="Times New Roman"/>
              </a:rPr>
              <a:t>Replace the sample brief with your own presentation request.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29148F-B989-4F9A-AEB6-37B18827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90900"/>
            <a:ext cx="8667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CE2D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CE2D3"/>
                </a:solidFill>
                <a:latin typeface="Aptos"/>
                <a:ea typeface="Aptos"/>
                <a:cs typeface="Aptos"/>
              </a:rPr>
              <a:t>Use the template brief for product pitches, course slides, reports, or internal reviews.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BC838B-0EAC-4F00-AE23-250E5001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386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1471C9-6CC8-4676-86C4-BB652DBF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148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8F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8F0"/>
                </a:solidFill>
                <a:latin typeface="Aptos"/>
                <a:ea typeface="Aptos"/>
                <a:cs typeface="Aptos"/>
              </a:rPr>
              <a:t>Ask Codex to draft the next brief.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EF441F-85E5-4094-B6E4-F192253F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8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4EBD81-3C2C-4781-9129-21F50A7C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625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6258"/>
                </a:solidFill>
                <a:latin typeface="Aptos"/>
                <a:ea typeface="Aptos"/>
                <a:cs typeface="Aptos"/>
              </a:rPr>
              <a:t>Hello World  |  Codex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1B6748-8688-487E-A765-BF7E1663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B625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6258"/>
                </a:solidFill>
                <a:latin typeface="Aptos"/>
                <a:ea typeface="Aptos"/>
                <a:cs typeface="Aptos"/>
              </a:rPr>
              <a:t>4/4</a:t>
            </a:r>
          </a:p>
        </p:txBody>
      </p:sp>
    </p:spTree>
    <p:extLst>
      <p:ext uri="{BB962C8B-B14F-4D97-AF65-F5344CB8AC3E}">
        <p14:creationId xmlns:p14="http://schemas.microsoft.com/office/powerpoint/2010/main" val="14393082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2026-08-25T13:38:11.9510000Z</dcterms:created>
  <dcterms:modified xsi:type="dcterms:W3CDTF">2026-08-25T13:38:11.9510000Z</dcterms:modified>
</coreProperties>
</file>