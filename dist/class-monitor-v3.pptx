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4693006054bb7" /><Relationship Type="http://schemas.openxmlformats.org/officeDocument/2006/relationships/extended-properties" Target="/docProps/app.xml" Id="Re22027702ade411e" /><Relationship Type="http://schemas.openxmlformats.org/officeDocument/2006/relationships/officeDocument" Target="/ppt/presentation.xml" Id="R7c40791d105244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6148aaa79479b"/>
  </p:sldMasterIdLst>
  <p:notesMasterIdLst>
    <p:notesMasterId xmlns:r="http://schemas.openxmlformats.org/officeDocument/2006/relationships" r:id="R05b0177efd5c4782"/>
  </p:notesMasterIdLst>
  <p:sldIdLst>
    <p:sldId xmlns:r="http://schemas.openxmlformats.org/officeDocument/2006/relationships" id="256" r:id="R8990035ad7744d29"/>
    <p:sldId xmlns:r="http://schemas.openxmlformats.org/officeDocument/2006/relationships" id="257" r:id="R224f354b180e481e"/>
    <p:sldId xmlns:r="http://schemas.openxmlformats.org/officeDocument/2006/relationships" id="258" r:id="R5f330965375943f8"/>
    <p:sldId xmlns:r="http://schemas.openxmlformats.org/officeDocument/2006/relationships" id="259" r:id="R42c80074eb694ed5"/>
    <p:sldId xmlns:r="http://schemas.openxmlformats.org/officeDocument/2006/relationships" id="260" r:id="Rce8614a9369c47c6"/>
    <p:sldId xmlns:r="http://schemas.openxmlformats.org/officeDocument/2006/relationships" id="261" r:id="Rf6a92752274d45e4"/>
    <p:sldId xmlns:r="http://schemas.openxmlformats.org/officeDocument/2006/relationships" id="262" r:id="R42ef0348947346dc"/>
    <p:sldId xmlns:r="http://schemas.openxmlformats.org/officeDocument/2006/relationships" id="263" r:id="R57d739ffb1644b52"/>
    <p:sldId xmlns:r="http://schemas.openxmlformats.org/officeDocument/2006/relationships" id="264" r:id="R3a990c15095c4c7d"/>
    <p:sldId xmlns:r="http://schemas.openxmlformats.org/officeDocument/2006/relationships" id="265" r:id="Rb25ec0c630624b64"/>
    <p:sldId xmlns:r="http://schemas.openxmlformats.org/officeDocument/2006/relationships" id="266" r:id="R6f1e71ddd4b34d2d"/>
    <p:sldId xmlns:r="http://schemas.openxmlformats.org/officeDocument/2006/relationships" id="267" r:id="R8361dd4880c1498c"/>
    <p:sldId xmlns:r="http://schemas.openxmlformats.org/officeDocument/2006/relationships" id="268" r:id="R9cfb01f9d39d4137"/>
    <p:sldId xmlns:r="http://schemas.openxmlformats.org/officeDocument/2006/relationships" id="269" r:id="R51fca0b669bc4647"/>
    <p:sldId xmlns:r="http://schemas.openxmlformats.org/officeDocument/2006/relationships" id="270" r:id="R65eb84afdf234832"/>
    <p:sldId xmlns:r="http://schemas.openxmlformats.org/officeDocument/2006/relationships" id="271" r:id="R91ddaec42a0e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fd13abfd34c39" /><Relationship Type="http://schemas.openxmlformats.org/officeDocument/2006/relationships/slideMaster" Target="/ppt/slideMasters/slideMaster1.xml" Id="Rfb06148aaa79479b" /><Relationship Type="http://schemas.openxmlformats.org/officeDocument/2006/relationships/notesMaster" Target="/ppt/notesMasters/notesMaster1.xml" Id="R05b0177efd5c4782" /><Relationship Type="http://schemas.openxmlformats.org/officeDocument/2006/relationships/presProps" Target="/ppt/presProps.xml" Id="R03f08b89eed1467a" /><Relationship Type="http://schemas.openxmlformats.org/officeDocument/2006/relationships/tableStyles" Target="/ppt/tableStyles.xml" Id="R02fb93e084ca4ff9" /><Relationship Type="http://schemas.openxmlformats.org/officeDocument/2006/relationships/slide" Target="/ppt/slides/slide1.xml" Id="R8990035ad7744d29" /><Relationship Type="http://schemas.openxmlformats.org/officeDocument/2006/relationships/slide" Target="/ppt/slides/slide2.xml" Id="R224f354b180e481e" /><Relationship Type="http://schemas.openxmlformats.org/officeDocument/2006/relationships/slide" Target="/ppt/slides/slide3.xml" Id="R5f330965375943f8" /><Relationship Type="http://schemas.openxmlformats.org/officeDocument/2006/relationships/slide" Target="/ppt/slides/slide4.xml" Id="R42c80074eb694ed5" /><Relationship Type="http://schemas.openxmlformats.org/officeDocument/2006/relationships/slide" Target="/ppt/slides/slide5.xml" Id="Rce8614a9369c47c6" /><Relationship Type="http://schemas.openxmlformats.org/officeDocument/2006/relationships/slide" Target="/ppt/slides/slide6.xml" Id="Rf6a92752274d45e4" /><Relationship Type="http://schemas.openxmlformats.org/officeDocument/2006/relationships/slide" Target="/ppt/slides/slide7.xml" Id="R42ef0348947346dc" /><Relationship Type="http://schemas.openxmlformats.org/officeDocument/2006/relationships/slide" Target="/ppt/slides/slide8.xml" Id="R57d739ffb1644b52" /><Relationship Type="http://schemas.openxmlformats.org/officeDocument/2006/relationships/slide" Target="/ppt/slides/slide9.xml" Id="R3a990c15095c4c7d" /><Relationship Type="http://schemas.openxmlformats.org/officeDocument/2006/relationships/slide" Target="/ppt/slides/slide10.xml" Id="Rb25ec0c630624b64" /><Relationship Type="http://schemas.openxmlformats.org/officeDocument/2006/relationships/slide" Target="/ppt/slides/slide11.xml" Id="R6f1e71ddd4b34d2d" /><Relationship Type="http://schemas.openxmlformats.org/officeDocument/2006/relationships/slide" Target="/ppt/slides/slide12.xml" Id="R8361dd4880c1498c" /><Relationship Type="http://schemas.openxmlformats.org/officeDocument/2006/relationships/slide" Target="/ppt/slides/slide13.xml" Id="R9cfb01f9d39d4137" /><Relationship Type="http://schemas.openxmlformats.org/officeDocument/2006/relationships/slide" Target="/ppt/slides/slide14.xml" Id="R51fca0b669bc4647" /><Relationship Type="http://schemas.openxmlformats.org/officeDocument/2006/relationships/slide" Target="/ppt/slides/slide15.xml" Id="R65eb84afdf234832" /><Relationship Type="http://schemas.openxmlformats.org/officeDocument/2006/relationships/slide" Target="/ppt/slides/slide16.xml" Id="R91ddaec42a0e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0f7d74796e47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17c0d1a4145fc" /><Relationship Type="http://schemas.openxmlformats.org/officeDocument/2006/relationships/notesMaster" Target="/ppt/notesMasters/notesMaster1.xml" Id="R1422428d034c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7d11a7aadd48d1" /><Relationship Type="http://schemas.openxmlformats.org/officeDocument/2006/relationships/notesMaster" Target="/ppt/notesMasters/notesMaster1.xml" Id="R539e407e00314c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e6ac00f0d94ee0" /><Relationship Type="http://schemas.openxmlformats.org/officeDocument/2006/relationships/notesMaster" Target="/ppt/notesMasters/notesMaster1.xml" Id="R9cf3d72331bb4a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0d422638b413c" /><Relationship Type="http://schemas.openxmlformats.org/officeDocument/2006/relationships/notesMaster" Target="/ppt/notesMasters/notesMaster1.xml" Id="Rf04dd7980777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276461a0a54bcd" /><Relationship Type="http://schemas.openxmlformats.org/officeDocument/2006/relationships/notesMaster" Target="/ppt/notesMasters/notesMaster1.xml" Id="Rb2891cd48a0d47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c675eb58034d00" /><Relationship Type="http://schemas.openxmlformats.org/officeDocument/2006/relationships/notesMaster" Target="/ppt/notesMasters/notesMaster1.xml" Id="R9c2a98ddf664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d9a2a490cc4d21" /><Relationship Type="http://schemas.openxmlformats.org/officeDocument/2006/relationships/notesMaster" Target="/ppt/notesMasters/notesMaster1.xml" Id="Re1e43b5430c445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c5e8ac170a4120" /><Relationship Type="http://schemas.openxmlformats.org/officeDocument/2006/relationships/notesMaster" Target="/ppt/notesMasters/notesMaster1.xml" Id="Rf54d9825c68343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c392479fb04f07" /><Relationship Type="http://schemas.openxmlformats.org/officeDocument/2006/relationships/notesMaster" Target="/ppt/notesMasters/notesMaster1.xml" Id="Rc01f8680cf3a44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34113b40e04c1c" /><Relationship Type="http://schemas.openxmlformats.org/officeDocument/2006/relationships/notesMaster" Target="/ppt/notesMasters/notesMaster1.xml" Id="R86c72f413a354a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7f856b34a540d5" /><Relationship Type="http://schemas.openxmlformats.org/officeDocument/2006/relationships/notesMaster" Target="/ppt/notesMasters/notesMaster1.xml" Id="R41fe56d311a843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125c2e94a64678" /><Relationship Type="http://schemas.openxmlformats.org/officeDocument/2006/relationships/notesMaster" Target="/ppt/notesMasters/notesMaster1.xml" Id="R8f5df30170024a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2300ef92b24360" /><Relationship Type="http://schemas.openxmlformats.org/officeDocument/2006/relationships/notesMaster" Target="/ppt/notesMasters/notesMaster1.xml" Id="R10962bcafbb649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62611b24ab4c57" /><Relationship Type="http://schemas.openxmlformats.org/officeDocument/2006/relationships/notesMaster" Target="/ppt/notesMasters/notesMaster1.xml" Id="Rb0cc9f06f01e48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74664e199f45ab" /><Relationship Type="http://schemas.openxmlformats.org/officeDocument/2006/relationships/notesMaster" Target="/ppt/notesMasters/notesMaster1.xml" Id="Ra41986dd246c44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0e7b3761924055" /><Relationship Type="http://schemas.openxmlformats.org/officeDocument/2006/relationships/notesMaster" Target="/ppt/notesMasters/notesMaster1.xml" Id="R409835cc581849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84f0541d0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14c41ceaec43f5" /><Relationship Type="http://schemas.openxmlformats.org/officeDocument/2006/relationships/slideLayout" Target="/ppt/slideLayouts/slideLayout1.xml" Id="Ra1bddc4e72c64d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ddc4e72c64d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0f6a7e2574135" /><Relationship Type="http://schemas.openxmlformats.org/officeDocument/2006/relationships/notesSlide" Target="/ppt/notesSlides/notesSlide1.xml" Id="R60c4cdcca0fc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4a158791248fe" /><Relationship Type="http://schemas.openxmlformats.org/officeDocument/2006/relationships/notesSlide" Target="/ppt/notesSlides/notesSlide2.xml" Id="Rf96b0767ce60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5de932b3a40cf" /><Relationship Type="http://schemas.openxmlformats.org/officeDocument/2006/relationships/notesSlide" Target="/ppt/notesSlides/notesSlide3.xml" Id="R0e87e401b63f4f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6832b63e24067" /><Relationship Type="http://schemas.openxmlformats.org/officeDocument/2006/relationships/notesSlide" Target="/ppt/notesSlides/notesSlide4.xml" Id="R1553416b933a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9ce2047c7431a" /><Relationship Type="http://schemas.openxmlformats.org/officeDocument/2006/relationships/notesSlide" Target="/ppt/notesSlides/notesSlide5.xml" Id="R7a3caa409f1642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7162345fd4ef8" /><Relationship Type="http://schemas.openxmlformats.org/officeDocument/2006/relationships/notesSlide" Target="/ppt/notesSlides/notesSlide6.xml" Id="Reb3258f1275c4b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7ef43816f47c1" /><Relationship Type="http://schemas.openxmlformats.org/officeDocument/2006/relationships/notesSlide" Target="/ppt/notesSlides/notesSlide7.xml" Id="R6c6750429fa44b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bccde4ddf4199" /><Relationship Type="http://schemas.openxmlformats.org/officeDocument/2006/relationships/notesSlide" Target="/ppt/notesSlides/notesSlide8.xml" Id="R05cacb6cb45f4c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efba95ba4aa3" /><Relationship Type="http://schemas.openxmlformats.org/officeDocument/2006/relationships/notesSlide" Target="/ppt/notesSlides/notesSlide9.xml" Id="R018f996baa4e4f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1da0b8044826" /><Relationship Type="http://schemas.openxmlformats.org/officeDocument/2006/relationships/notesSlide" Target="/ppt/notesSlides/notesSlide10.xml" Id="Rc411b569351e4e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fcaffc1094438" /><Relationship Type="http://schemas.openxmlformats.org/officeDocument/2006/relationships/notesSlide" Target="/ppt/notesSlides/notesSlide11.xml" Id="Re6a1e64977634a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618730ea04d2b" /><Relationship Type="http://schemas.openxmlformats.org/officeDocument/2006/relationships/notesSlide" Target="/ppt/notesSlides/notesSlide12.xml" Id="R554819b3c8674f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9c3ded8af4ca0" /><Relationship Type="http://schemas.openxmlformats.org/officeDocument/2006/relationships/notesSlide" Target="/ppt/notesSlides/notesSlide13.xml" Id="R4b39cd2dee324c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ec586f3fd4e11" /><Relationship Type="http://schemas.openxmlformats.org/officeDocument/2006/relationships/notesSlide" Target="/ppt/notesSlides/notesSlide14.xml" Id="R807b25d1b2014f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3e97f88ca4042" /><Relationship Type="http://schemas.openxmlformats.org/officeDocument/2006/relationships/notesSlide" Target="/ppt/notesSlides/notesSlide15.xml" Id="R79278eacda914f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e057e32fe4ad1" /><Relationship Type="http://schemas.openxmlformats.org/officeDocument/2006/relationships/notesSlide" Target="/ppt/notesSlides/notesSlide16.xml" Id="R6d817ed495e94a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88A6F-7C80-445B-9E4F-5764EA2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BEA5-16C3-4C2D-A7CE-D4A02D3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79F9C-F1B5-4377-8E4C-075FB17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21E33-5823-4239-A3A5-0E220151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DB02C-6397-4037-9714-4CD7022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75040-FB1F-48A5-ABC3-3DD4E7CE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86C2A-684B-487F-A562-A8467DAC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F7C2-261B-4B16-881E-B24DE720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DB862-873F-42DF-B890-4072D41D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47750"/>
            <a:ext cx="4191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B06E4-8300-4F40-A97C-830F9002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5240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88EB2-4ADA-43E7-8656-32515533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竞选演讲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8D6B6-EBAF-4BAF-9127-43AC6DF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47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7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让我们一起，把班级变得更好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A8DF6-5FCE-4E30-846C-48C81FA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班长竞选演讲 · 候选人：张三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747B9-3753-4839-A070-B3D33794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71828-1AB9-447F-BC7A-F64FE383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给我一次机会，还你一个更好的班级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E6926-5965-4F16-B413-16F50AB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班长竞选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6F9EF-C3AD-4115-BD2C-C52E22A0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rPr>
              <a:t>候选人：张三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8E159-2D78-40EE-A2C9-16FA58A7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C7239-2A99-4FF5-9025-8D0B60A3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9A41D-FDDB-4B36-B577-4FBC368D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1/16</a:t>
            </a:r>
          </a:p>
        </p:txBody>
      </p:sp>
    </p:spTree>
    <p:extLst>
      <p:ext uri="{BB962C8B-B14F-4D97-AF65-F5344CB8AC3E}">
        <p14:creationId xmlns:p14="http://schemas.microsoft.com/office/powerpoint/2010/main" val="63477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4B5022-F3E0-4C02-A7A4-1363C28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7EE1-594B-4C4D-BF39-816F0E87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BCEB3-441F-4346-843D-74C01A6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3CC96-64F9-4DE9-8DB0-235F1DB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4BDC-18F2-4C7F-8780-ADEB38D1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42136-4E5B-4435-8541-F0EC58DF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BF3B-8A09-4E4C-8C33-A63B2A5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2C08-2C9E-42EE-94F8-5C588D2C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69E31-15CF-4A05-BDE1-EB3F4BA0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B1820-21B9-466A-B609-B8C802B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A8064-2597-49C9-8FB3-4B8AA037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A8EE7-A5CB-4CD8-B0E3-7B0ABD79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AC9EB-3FAA-42EB-A744-12EC0FF2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A622C-90D5-4813-9AB3-75CDAD08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77F25-DC0B-499C-B04A-B9A1F225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837FA-FE45-4C8F-AA40-8D83AE2D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CEE57-ED11-4C34-ADAB-36DE2F6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AA698-CA6A-441C-A468-C57E862A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20208-5D26-45CD-AC47-5A9C1858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C4F88-2F29-4068-A2D8-C2B0CDEB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CONTENTS｜竞选内容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5E3FD-E534-48D8-B7A1-9B65DC3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五个部分，认识一个认真负责的候选人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65931-9083-419D-BD19-BA06D14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25196-0568-40FB-9A02-DC1A14E4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39FF5-981B-4918-BF86-9A2FF98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BD392-5B67-48E9-9DEF-6080D292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400FB-5CF5-40CA-8A06-49F4B11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F0388-B4D2-48A8-A952-F60490B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2352D-D688-40F8-A8DF-48B4FA44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622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关于我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12B68-38DF-4456-9F9A-84C7E95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我是谁，我做过什么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C353F-4C2D-42C2-B34F-DBBBF7A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C6551-4286-4B7A-8E5C-1D8181E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2245F-E9D4-43F2-9499-5C2680E5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BF56A-0119-4171-909B-F4DA7A6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424DBD-ECFA-4861-88D6-7CE08974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竞选理念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D9BEFA-C16C-4315-A40F-E1E42243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我想把班级带向哪里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2684DE-5AA1-4765-91DE-FD847F08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37534C-9868-41E9-A71C-5D69A0E7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669265-F776-46C3-9E6C-7652CB1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946282-0F0A-4A05-BB16-11378D7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3A932E-B65D-4503-B461-B0EE06F2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我的优势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E5D546-3A27-4137-BE54-77E7C0BA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为什么我能胜任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797354-5E89-44B2-A7FF-35151C5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378A6-8D92-4D51-86E7-3137DB16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B914D7-9C1E-49AD-8972-8C87FE0D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F3E72D-BDF4-4E88-A9FF-3C00D48A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203ADB-12A6-4E9B-B77C-4F6CD32D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工作计划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63D9D8-E233-4102-A1B7-8CC4F5F3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当选后我打算怎么做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74CB95-F103-4706-9CCB-3C132924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E2204B-7FCD-4C7F-A52E-CF62423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EB7389-D5F0-4F84-BF57-60CA396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B78873-08FE-4D7F-AAE7-12974312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D55D95-5222-470A-92F5-F6A0EF02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我的承诺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A47667-549F-4DD7-B77B-E8AC3F3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我会如何接受大家监督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356171-17BF-48F4-8641-6C076CC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072054-5F40-421B-B970-6BB35C6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48F93C-DE2D-4667-9A1E-8ECC0D91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2/16</a:t>
            </a:r>
          </a:p>
        </p:txBody>
      </p:sp>
    </p:spTree>
    <p:extLst>
      <p:ext uri="{BB962C8B-B14F-4D97-AF65-F5344CB8AC3E}">
        <p14:creationId xmlns:p14="http://schemas.microsoft.com/office/powerpoint/2010/main" val="12724836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AE689-3526-4664-AB89-B955F227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FFD63-AA50-45F6-AFB7-3D1639E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0A2B6-4B38-4BC6-8439-F905371D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9E355-5692-446A-9B0B-6B280DD4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090C3-60E1-4BC6-9AE6-6F2BB8B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44839-8AFE-41E2-B01D-C87D5E4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5CC25-8767-4863-98F5-91B6CFA6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2BC4F-0747-4475-A828-4C3B8002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7B474-2388-4F53-B1B9-73BB8DB1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1D7A2-4C39-4916-A806-2DE66AA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2BFEA-4ED4-4A38-B5A4-F7A7F606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D7259-AE90-4B72-94AA-B25BAE53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5BFF0-D5CE-4A73-889C-3226860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40AA8-A393-4D9E-BB0D-6CE549D6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D7537-0431-4E24-86DC-B4F12F3E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46A17-3B01-4674-B35D-54AF065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183F7-DC68-46AF-824E-B0A5008A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0B3C5-0AEB-4898-AE02-8CF056EE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96C93-56CA-44A3-8686-A12918CF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1F5B1-D59B-457B-877E-452B6E05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D8D00-9EDE-4290-9E6A-2677E18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AC0D1-9AFC-4BB4-A2A8-E6338009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13E25-CC5C-4A2B-BC39-5E26E79D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A003EB-727C-4127-A1DE-7F87B1B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关于我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4A5A6-9B74-47F5-B57D-4F675027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73473-36CB-4149-B1F8-BABBFB5D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一个普通同学，但有一颗想为大家服务的心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D21CD-DEA2-4839-8D1E-2BB2261A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45D1A-F5DF-4D41-93A6-2708DBDC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9FCC2-AFBB-4699-BD50-652CCADA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3/16</a:t>
            </a:r>
          </a:p>
        </p:txBody>
      </p:sp>
    </p:spTree>
    <p:extLst>
      <p:ext uri="{BB962C8B-B14F-4D97-AF65-F5344CB8AC3E}">
        <p14:creationId xmlns:p14="http://schemas.microsoft.com/office/powerpoint/2010/main" val="14932936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ADB878-A71C-481B-B394-FE65530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87DBE-8F02-4977-B45D-51BA0F6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35E03-7588-4D52-9153-99496EE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B86EC-7E5B-4979-A9C0-B17E935B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97B6C-3BD1-4CC2-8C22-237681E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748C9-6889-43C0-A531-0586F32B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29AF1-B1C6-4C37-8975-0286EC3C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DA9CC-EDAC-4B50-989E-CAB985D8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87662-0863-4003-A620-F84E50B4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5436D-5C8F-430E-BC0A-694D493B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8A2D9-F0FC-47EE-AA1C-6B0EC37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B1CD0-CDAA-4DD9-8CAC-18A3DD5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43C68-4C87-482E-89B2-D9787D9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9F418-E3D1-468A-8175-A45F3CA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5D598-7B54-42C6-AD94-11EABC0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18C4E-5630-4F08-85F0-35F82A6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4A501-3DC7-400E-A40A-20AD4D8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5557A-5E85-4DE0-87D4-8649D4AF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01AF2-FCC8-4A16-B869-00E10167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94A15-EC4F-4955-89BE-9D016F47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ABOUT ME｜自我介绍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F25C0-086D-49E7-9FEE-EA53F9B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我是张三，一个愿意为大家跑腿的候选人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6407C-D72A-4B72-ADED-EA951C09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84BFF-BF60-4E04-A0B5-39530F0E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BA31D-428D-46D6-88F0-3735A366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524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AE94B-4CCF-4900-A7E7-815EA81E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DC2FB-AF54-4BCF-AF46-5E3E46E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665155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高二（3）班学生，担任过一年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3EDF6-5248-4D18-8790-61F1A38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7038"/>
            <a:ext cx="1300734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学习委员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C1819-4518-4E57-AFFB-2CA72E3E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1300734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组织过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DF4D6-77C3-499F-A289-D42EA832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234" y="3381375"/>
            <a:ext cx="2902839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读书会、运动会方阵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19E7F-7D6F-492E-88BF-CAEAC4B7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5713"/>
            <a:ext cx="2582418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等十余次班级活动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4EA3F-1441-410C-A141-4160C50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582418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成绩稳定在班级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25ED3-F309-416A-AEF6-E58F4677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918" y="4210050"/>
            <a:ext cx="820103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前10%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6D559-FE1B-44B4-97E7-A058479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4388"/>
            <a:ext cx="2902839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，能兼顾学习和工作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449919-F43A-4F8D-80BD-2FD1A8B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4825365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性格开朗，乐于倾听，和同学们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EA6982-A84D-4CE7-A01D-1E20C12E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53063"/>
            <a:ext cx="1300734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关系融洽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327BE-EEA4-4463-98E2-929BC397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972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3EC39-7CD8-47C2-9620-35B2AB52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我的理解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368031-0F38-49C3-8EAA-04C4829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255295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班长不是官，而是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6B21F3-FDB9-48CB-805D-4A12C6F6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62325"/>
            <a:ext cx="41366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5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5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rPr>
              <a:t>主动发现问题、帮助大家解决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FF7E83-7206-477B-932F-8178E106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652526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5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5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rPr>
              <a:t>问题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4B89B8-B2E8-4D8A-B5ED-E0C4282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526" y="3771900"/>
            <a:ext cx="96926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的人。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FE049-E766-4829-91C9-6215703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4972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A9967-0CE4-4208-A369-43D4210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A1C874-66EB-4693-8FA5-0195E63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72AD5D-A0E6-4156-BA0B-C061F4B4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4/16</a:t>
            </a:r>
          </a:p>
        </p:txBody>
      </p:sp>
    </p:spTree>
    <p:extLst>
      <p:ext uri="{BB962C8B-B14F-4D97-AF65-F5344CB8AC3E}">
        <p14:creationId xmlns:p14="http://schemas.microsoft.com/office/powerpoint/2010/main" val="10305120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53A76-D0A2-432B-97F5-834A5A6D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63C6-2808-4DE0-AB31-25282082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F9092-ED92-4FCD-A6E0-5273997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60293-6026-475D-BFB0-43AE340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403F0-1D9F-4C42-B6DA-66FBE7B8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81C0D-935B-4982-B248-1733B88A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64499-F821-4522-8D1B-D410D1E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C714A-63B4-4513-A6AD-88A70579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8D71D-AFB7-438F-9173-39AAEE2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F8EEA-448D-4D18-994E-EDF9CABB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DAE58-FEFD-43FC-B46F-20ABED42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3F374-B503-4277-985B-266EC737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57880-1FF5-496C-BDA4-83C5887B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26669-82AA-497E-998D-3BFA5FE6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7D8EB-6FD0-4176-BCA6-4FC9C7A5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6B2DF-AD46-4023-B3DB-4B4DD3E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F49E1-C492-4F39-8DE2-6D85ABC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72287-3006-446F-A220-04EE73E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A4151-9238-41ED-8EEB-C84D7BF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331B0-1A3C-41B6-A146-F9672DA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581E4-7FA7-40A8-9650-8F92D41F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F04CE-95FF-42E4-848D-EC1108E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70220-7B06-4AB1-AEE4-AC052DC7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5256B-D587-4449-944F-8E1C7169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竞选理念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65523-C434-4782-BF64-91043C90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440D5-5D95-4B28-804A-E9E5B013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让每位同学被看见，让每件事情有回应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9018E-033F-4FF5-9967-4BF3793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EAC9B-8A60-4573-A0D9-0EC80C2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0DACB9-8231-4D27-9D93-D17FB692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5038892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817199-43DE-416B-A156-149DDDAF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9A208-F039-436C-B685-C76CE2E8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7271-97B9-409E-9077-E7180609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2D2CD-A9EA-4EA2-A08A-8E20C515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2DB4B-6695-44D4-8E5F-6A29D08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A17BC-644D-401E-8E9B-7F0F7201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CE7B4-65B3-4C33-97FC-64F357B9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32E49-4364-46B7-BD26-189BEEF8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24C76-AEDD-43EC-A0C2-E841EE17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25167-462F-4DA0-BCA1-14CA158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8CE4C-C589-4265-9F81-208E7B4B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B1187-ACD8-4F8D-B9FC-EA40F4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B8D8E-D78D-4E5E-BC0A-F0E3ABEB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1B13E-8920-400F-89B2-9264F17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FA993-362C-4683-9239-8EE04D4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A7D56-63A1-4695-8C13-C2D75BF4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1951E-C8DA-411B-B274-16279279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BA8E7-F17C-4C86-83A8-363C4EC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3DC2C-ACDE-40F1-995D-B8E9269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FD1A3-2854-45B2-8CB0-782132E2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VISION｜竞选理念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6F8B4-D557-4E6A-B531-67282159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我想从学习和生活两方面改善班级体验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1ACF1-8B56-44A8-B492-BB96DC0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AE46B-E83A-4A5A-8342-428C657C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478CC-F6CE-4856-A15C-786E4A0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BB272-0985-410E-AD3F-4831854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98DC2-06ED-4AFC-8739-357B0185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61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学习共同体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5410E-44A2-49DE-AB40-0334A49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99136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组织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62FD1-97F5-4A87-AD4E-AC2A79F0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812" y="32004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学习小组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7EA79-5486-43D2-87F6-0AFEA3A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228" y="32004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，互帮互助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201021-CA4F-471F-9C33-E0B0F482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99136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建立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292EB-3AB8-4830-8612-8FED5D4E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812" y="36195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错题共享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411BD-2345-4F44-B82F-92B8FF0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228" y="36195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，提高效率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5B823F-6AE8-416C-931A-5DCC75D8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96367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及时和老师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605009-F68D-4C65-AF57-5249F56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124" y="4038600"/>
            <a:ext cx="196367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沟通学习情况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155D55-8D0C-42A5-A353-9FB7E27F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FB2EA3-EE88-4CD6-AE19-826DC51A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9EDC59-26BF-45D5-8A0F-57327672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461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温暖班集体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A1307-3A54-4424-AFD2-51EADF7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66725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09085-DCB9-4B13-A95A-284231C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608" y="32004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每个同学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B0A02F-B77B-489A-B441-F88CC0A2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024" y="32004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都被听见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D2EFC6-A687-45FA-B805-07C835D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认真办好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C91899-2DCA-4E33-9297-2CE21588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920" y="3619500"/>
            <a:ext cx="228777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每一次班级活动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639C9-42DD-4F53-84E2-65C3556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38600"/>
            <a:ext cx="99136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营造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7BF503-81DB-4A4D-9D0E-71D59C8A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1712" y="4038600"/>
            <a:ext cx="293598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友爱、包容、有活力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86483D-8D89-4EF8-A0A1-C9AC4BE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99136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的氛围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619353-50CE-433A-88F1-DF5855E2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29DAA4-E646-468C-81A0-FF7EC09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C80C6-7D38-4C5C-83D0-5D664D7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6/16</a:t>
            </a:r>
          </a:p>
        </p:txBody>
      </p:sp>
    </p:spTree>
    <p:extLst>
      <p:ext uri="{BB962C8B-B14F-4D97-AF65-F5344CB8AC3E}">
        <p14:creationId xmlns:p14="http://schemas.microsoft.com/office/powerpoint/2010/main" val="6541205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BC131-9466-47C1-A731-09470229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0AA62-7C9D-48B1-8AA7-5E5CEA28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9719A-E4B7-4806-8132-ACD134A8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DE27F-6191-472C-93F9-0046F02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15317-2B15-49A9-96CD-E3200562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1B523-4C49-41A7-9534-E15C480A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7532C-F131-490E-863E-1E50A813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90918-CF0D-43B5-BED8-E48633F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C3181-1F31-4925-BDDE-34E945B0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DCCAF-D9BB-47B6-AECE-CD01F92A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53BD6-083D-47F3-8F67-98AA892E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5EE29-E000-4D94-A02B-38520E93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805BE-B9A0-4B89-84B9-D5680A80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BCB47-55C6-4752-B31F-F09FFBB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F1EA4-FE7F-4F98-A524-E8B53FF5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68714-9BE1-4420-956C-9B8FAB1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9EF5B-8B26-4584-9813-C2C9A56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864D3-C2F7-4C33-974E-919672C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2EFC0-0179-4051-ADF4-9758CA5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08727-4FC7-4700-8E12-79C5E2D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D351B-15DC-4CD0-A5E3-87A2BF7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9E30E-118E-4634-870D-F114718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50B56-1125-46AE-9E43-7DAA6376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DE69E-572A-48D5-B300-58F61B16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我的优势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2D258-B010-41F9-93AC-9B1E8D11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5E3B5-C9AD-4DE9-B116-F20B5253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有经验、有热情，也有把想法落地的方法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CA235-FB6A-4935-8D86-73DAB89E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8E5E8-498B-427A-AAE2-06CA2BDC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50C19-23D6-4ED3-9CB7-E5987077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7/16</a:t>
            </a:r>
          </a:p>
        </p:txBody>
      </p:sp>
    </p:spTree>
    <p:extLst>
      <p:ext uri="{BB962C8B-B14F-4D97-AF65-F5344CB8AC3E}">
        <p14:creationId xmlns:p14="http://schemas.microsoft.com/office/powerpoint/2010/main" val="8042286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E9186-665E-4EAD-BF61-7947565A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D67FF-364E-44E1-A6DC-296547AE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0A75A-6F3F-4706-BBF5-243682D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38BEA-9D0A-44F3-B6E3-32D2C7B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4E778-4A56-4319-927B-4503C06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8DC6A-83DC-4626-A8F0-F3025406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EB787-F102-4C29-9235-7E1727D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E349A-1FDB-4A20-91CE-A492557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00B6A-A8CE-4EFD-8279-41E2773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805DC-A0FE-48AD-9177-5C8473BF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51408-E028-4F20-AC18-D5AB099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0D7EC-FC8F-424F-BFCC-28501726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F6D63-BEB1-4596-A747-ACCF39D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9072C-F64E-41AF-BA5F-7688BF99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88BF6-4281-45F7-A176-016CD7AC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4EFA0-BF21-42BA-AA82-5E52A763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D16EB-B12E-4A23-BA50-6CC37F8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04843-2535-408A-A293-C7C28A11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45F4C-B335-4713-90AF-5252395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EB448-63E7-49DC-BE3B-8E66939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DC26A-6AAF-48F0-B904-3012050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491DF-9E48-472C-90C0-04CC7E9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37321-A848-48F0-ABC7-0C56246C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STRENGTHS｜核心优势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BC88E-4C43-47A3-BDAF-814DEDD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三个数字，说明我为什么能胜任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F9BDE-AED2-45C2-B4CA-F3A1B907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64844-3805-426F-8581-458C121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9EB46-D229-4B8F-BF68-6E06FA5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446EE-8B2E-49E0-B72F-F3C9C35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1年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99356-A5A6-4B46-B311-D36BEC6C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班委经验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91530-A8CF-4347-892C-763B6993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担任学习委员，熟悉班级事务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C6D513-DBBF-4E62-9D38-F1E59A3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AC84B-7581-47EB-821C-CF605B5C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24B45-F061-4969-BDBD-B9062E23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10+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107D5-C53F-450F-9E71-69F02D3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组织活动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EB807C-C4F5-44E3-8393-244B2E99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策划并执行过十余次班级活动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C03B7-A069-4E7B-9E95-BFD9677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BD286-B390-408E-880D-C5F61C3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BE3A00-5451-45FD-B530-689A0A8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前10%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D66C5-BCAB-457D-8C09-65A6F44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成绩排名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674FA1-BB0A-4799-8077-0DF4C520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学习稳定，不耽误班级工作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AC3E6E-76A3-4E8E-B15E-0AD705A1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CB38C-7466-42B7-B2C8-4657C87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1457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C72015-8C46-4995-86F3-D9EA013D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810250"/>
            <a:ext cx="81457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执行力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D78000-766B-4984-8508-05F2CD7F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5810250"/>
            <a:ext cx="107975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、稳定的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A7D2EB-EC1E-4516-91E3-5DEE7C11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810250"/>
            <a:ext cx="107975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学习状态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DEB3E-BBF4-4AC0-ABDA-F0765B6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5810250"/>
            <a:ext cx="107975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和真实的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6D40EC-B5ED-48EE-A563-4BDEDD3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810250"/>
            <a:ext cx="107975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服务经验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7B0735-FB7E-40DE-AB4D-81C37C3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5810250"/>
            <a:ext cx="293598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，是我竞选班长的底气。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782758-AEC6-424B-80F3-02FB1B7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5DB5CD-0FF2-44D7-B3A5-605E71C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D732E2-BD49-44BF-9918-F76C5FF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8/16</a:t>
            </a:r>
          </a:p>
        </p:txBody>
      </p:sp>
    </p:spTree>
    <p:extLst>
      <p:ext uri="{BB962C8B-B14F-4D97-AF65-F5344CB8AC3E}">
        <p14:creationId xmlns:p14="http://schemas.microsoft.com/office/powerpoint/2010/main" val="9078669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2E3A02-C5A7-43D0-A0E3-369ACA24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AC4B2-0257-4E11-B602-B5E2507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A2470-422D-4FEB-86D7-D048D55F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0F2D0-9E93-46CA-B3D3-63F119F7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2CDB6-51F9-43C1-9E85-1743947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1121E-0499-441B-9F32-DFE02FE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06AF3-45D5-416D-AD53-894AE06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41AA7-4715-41BF-9838-718C22C2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8688E-CBF6-4744-8278-0E9C0D3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D6975-0FD7-4D18-8937-3E48D1D2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CF898-A20C-48A4-B25E-5EE56E9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772E-029E-49E9-B02E-21CC477C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6193C-2A00-4A5A-95E6-09D84FA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67009-2D5D-47EC-9DF3-445635E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0A21C-F61E-4635-8224-586CE0F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9A61F-9C27-4238-AFF5-5DA9F666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A7C0E-06EB-4177-8A76-EAE998D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8DA4C-0013-404E-9374-D0D09851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CAC77-91B2-45ED-8BAA-FB0EC4D4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53575-31ED-4761-9563-F2136369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TIME｜时间投入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88132-7697-428D-8604-CEB0768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当选之后，我的时间这样分配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7DE3B-F6C2-42C2-BEC5-23F3BDD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A4A3F-FB82-4CED-836C-B02A22C8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E767B-F2DA-4AF3-AAEA-3B0E2A0E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9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065EB-6F9B-4378-8371-9495514D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9590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F491E-FF34-4F73-AE04-EAA309BF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91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rPr>
              <a:t>5h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58822-661D-482F-B104-31121E83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91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每周班级工作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804D4-7B7B-4C96-811A-3A0C127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529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0F70B2-A9E3-48AB-9B08-2552459E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529590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50325-81B7-43A9-BA09-D6881EBC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91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2h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ACFBDE-B9DA-46D5-BD2D-2B2C5100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491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每周活动筹备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40EB8-9561-4707-9726-11463B4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学习小组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A5542-10D5-4A6A-8F14-F1B4A9C2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6096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8962A-826B-42A2-8656-8AE70EFC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6096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0B22E1-A05A-47FC-A5EC-1D69ABF2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7CD108-D93D-4F74-BDD3-7D376BD1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活动组织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3EE758-9998-4DD3-8F68-2BC3E6B1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6096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DFAC83-20E5-44DC-A270-24F7EDA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5080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A871F-81E5-48DF-A9E8-16D0AA0A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33AC41-A387-4045-B6D3-42CB410F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意见收集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C6A27E-622B-4932-857A-443F9F4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48175"/>
            <a:ext cx="6096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86684-61F5-4C4A-A32F-C0B1EFA7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48175"/>
            <a:ext cx="4064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6B2AD-7BB1-49AE-B618-4180CF3F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9ACDD9-53C5-4A4C-93FF-DE85A6D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班会筹备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8CA197-697C-409A-A8CD-94136F0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6096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E3F4EB-4435-42C6-8C25-873A5215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3048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3BB423-B4F5-45C4-BA99-3B7DD6DF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D07E41-6BEE-4596-BA35-73DE640D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事务协调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17DE12-CCEC-4CDB-9DD6-01D4EA19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24475"/>
            <a:ext cx="6096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86C13F-93CB-45FB-887B-0F2C243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24475"/>
            <a:ext cx="20320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CA78E6-A129-4BF4-837D-E2A68A8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5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A30358-7448-469E-ABEB-4B119478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772FC5-D837-4795-900E-BFFFAB2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70F33C-B5BD-417C-B74D-8D76502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时间管理原则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2D8F43-6817-4260-86C4-03B08232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62700"/>
            <a:ext cx="102082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学习优先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48D1BF-F180-41D1-9A19-417FB67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526" y="6362700"/>
            <a:ext cx="277393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，班级工作安排在课余；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924968-9C70-49A3-B388-0CB1EB78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6362700"/>
            <a:ext cx="102082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提前规划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D332B9-DE55-4740-ABDE-C796A1D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186" y="6362700"/>
            <a:ext cx="277393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，每周日公布当周安排。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C6294E-60A4-4074-A0E5-B300B6E8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B3C950-1346-4195-BBCA-20443E5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C9BC72-DBE9-49E9-A390-4690823D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9/16</a:t>
            </a:r>
          </a:p>
        </p:txBody>
      </p:sp>
    </p:spTree>
    <p:extLst>
      <p:ext uri="{BB962C8B-B14F-4D97-AF65-F5344CB8AC3E}">
        <p14:creationId xmlns:p14="http://schemas.microsoft.com/office/powerpoint/2010/main" val="4514949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5F9B5B-789F-49D0-8912-D45692A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8EA47-C87F-4F8B-BDF3-8E2835EF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6292F-AD42-447D-9F15-B51576E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07B6F-FFC9-4186-9F47-83C44079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89B6C-6D79-4E91-A711-0E7DB4F4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8E236-3735-4143-88ED-6FAB4E0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BEE4D-660D-45AD-B240-46157C0A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BF434-C3B5-46B7-8FF2-66FDF322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71395-22F0-44E0-8DEE-75A8E06E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5ACBA-D6FE-4899-97AD-47C7F38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0B035-DF03-4FE8-B59F-DFDEF0C1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BDB92-81C2-4510-AC54-5D306E29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34C78-73B2-4093-83CD-D7358CD3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6B5C0-5389-481B-9AAE-2F9DB6F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06882-98B5-43EC-813C-B411828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9E124-D92C-4BB5-9AE4-19DB9360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C9852-5BC7-4C16-A03E-A6DE974C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AEC05-7E11-4F08-8C26-25C0ADAB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3EC17-E486-4A19-B8F3-B4673274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46EED-8215-4A7E-A288-E7DD52B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VOICE｜同学评价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AF93E-ADE7-4BC1-B709-0705737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我希望成为值得大家信任的人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6266E-844E-44F8-8E85-2D03DA6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CAC2D-CCC3-46BD-BA6E-85DCB446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E8D27-0A29-4A10-B14F-3D3E460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39831-7BDA-480A-A2B0-4D5CFC0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47255-21C0-4F60-B74F-5FAA9F35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02DD0-140B-4099-A214-5778BF1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22" y="2952750"/>
            <a:ext cx="2435098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遇到事情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AEC89-C7DF-41F5-AFE8-47815DBF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70" y="2952750"/>
            <a:ext cx="2435098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rPr>
              <a:t>找得到人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F27B2-DDA1-4B97-8D1F-60581D59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018" y="2952750"/>
            <a:ext cx="303911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，提出意见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8B42D-CF1C-451C-AE95-DEFDF7D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" y="3733800"/>
            <a:ext cx="303911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rPr>
              <a:t>听得到回应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426A08-9B8E-4BE5-9C06-A8BB7CAD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70" y="3733800"/>
            <a:ext cx="303911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，参加活动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8F5DC-6987-47FE-BADD-00D58224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030" y="3733800"/>
            <a:ext cx="303911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C5282F"/>
                </a:solidFill>
                <a:latin typeface="Microsoft YaHei UI"/>
                <a:ea typeface="Microsoft YaHei UI"/>
                <a:cs typeface="Microsoft YaHei UI"/>
              </a:rPr>
              <a:t>感受到快乐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295007-7D8E-4380-8356-D70E7E9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994" y="4514850"/>
            <a:ext cx="623062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1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E2228-1301-4C45-8472-99FC2FC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—— 我对班长工作的标准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83802-2D37-4670-B713-8D80257F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9901E1-30DE-4036-86F0-770FEA54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4951EE-54AC-45E8-8843-CA665DDF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10/16</a:t>
            </a:r>
          </a:p>
        </p:txBody>
      </p:sp>
    </p:spTree>
    <p:extLst>
      <p:ext uri="{BB962C8B-B14F-4D97-AF65-F5344CB8AC3E}">
        <p14:creationId xmlns:p14="http://schemas.microsoft.com/office/powerpoint/2010/main" val="15306456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C08C2-7AF3-4FDC-8C86-266304FC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522F3-CC71-4163-B526-3A8ADFA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5D6B9-68BB-41E6-BE07-CD1FF623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AC89F-1F72-4406-95D8-CBFF8DE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5AB8E-8CF5-4C6A-BC69-06A6237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ED325-5CE6-4B11-B2AA-EB1D9D3F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E4E37-3F9D-4735-8C17-50A520B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07CF3-7B46-4E3D-873E-12A77894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E4B98-1234-49BF-8A22-05D63BA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E4F0-ED33-46BC-9B59-E66DD29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722BE-F0D1-4B03-9E92-3534B142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DFDF0-C4F2-44B5-B768-0538D7D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B9D44-B3B6-4C90-9B05-12E197A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35E84-3158-4837-9F16-405BDFC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A2E9-337C-4947-94A3-380BD783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A1739-532E-4C2A-880F-BFAE548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CE386-E41C-4E39-B8E0-1110BE0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6C2DD-C0CE-4C9F-8F29-F81376B5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C6725-9B69-44FD-9E70-86205419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D26E8-787E-47B4-80CC-2700EFA4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36F95-5978-441D-B3C3-0B0ABC1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C973A-ED53-4F04-A15E-0D2DE12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10C6C-A92A-4C49-8FFC-74FBC84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7DD2A-F0F5-42C3-AEC9-0948E5BE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工作计划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32177-04EC-4907-A907-46EA511C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967AE-E6FB-41BF-A267-0082F832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从第一周开始，用具体行动兑现竞选承诺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707AC-CD31-480E-B9EF-8705515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FE7BC-8E70-4C91-A9A4-937C97F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C3F988-4090-4100-AD1F-FF9E9BDF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11/16</a:t>
            </a:r>
          </a:p>
        </p:txBody>
      </p:sp>
    </p:spTree>
    <p:extLst>
      <p:ext uri="{BB962C8B-B14F-4D97-AF65-F5344CB8AC3E}">
        <p14:creationId xmlns:p14="http://schemas.microsoft.com/office/powerpoint/2010/main" val="11519974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CC3BF-BD7C-4F61-90AC-DF4DEABF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31379-C2AC-490A-A140-EA57FF9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46664-4965-48F8-8686-C07D65C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A19C5-DC11-4761-9792-C84FFC6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949FD-6465-454A-8CA9-F0028789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9A363-6EE8-4F20-BAC0-49105E31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65666-535D-4926-861B-0F123BD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C2C2A-0AF2-493F-B535-73A20462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4155A-688E-4DDC-96F7-52F6A8D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F375C-EE33-4C62-967D-97DE50B8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6EC6C-EC80-4269-BFC1-000F9A0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FFD2A-CED5-4943-B4C3-E748D4A0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04331-3FFA-468E-B7AD-58A88FF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5D9B2-C31D-449A-85B0-5128CC3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19DC1-F65A-4E29-8BED-B02CD89A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6027E-AB1E-40F6-A014-7034B38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ED5AB-25C8-4AC5-A1CE-EDD0293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B2AEA-0C3D-4061-8EE5-26D7248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B245B-342C-4AE8-8D8A-4614FC3A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3A061-FB6B-4C45-9A03-AE93DF8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ROADMAP｜行动计划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09CE7-0061-4D10-9696-CA13D6B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当选后的三步走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F4F4E-BFFC-47B6-BB5C-CFBF7B5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21281-1DBB-4DA2-BD3F-857AB539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E2C32-83BF-492E-9F23-882AF468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7DFCB-87BF-478A-8C2E-929A44C2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4D2B3-6992-45F9-9A97-F9206B4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E471D-10AC-498B-876D-583B3006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第一周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5EDA5-850D-43C2-8807-73289BE5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收集意见，完善班级建议清单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B9CFD-DE83-41B9-BA8E-B9842A5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157CA-AE85-4F68-AF78-F7723AE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DA6FA-13EC-4537-AAF5-0251CBFD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第一个月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4DF48B-45BF-4556-A13A-B7C77CB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组织破冰活动，建立学习小组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73396-440B-465E-A657-F896E83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D1B6A-29A2-4D6F-8027-11B5377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28E48-F73D-401D-81DA-0ABE19B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这一学期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4D978E-F784-4041-B93A-423DF5F4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每月活动、每周反馈、持续改进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71410-3B2B-4BB4-B4FA-5179CE9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65DFA5-6C30-4524-91F9-58C35D6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44E81E-1458-4F15-A2C5-B5E94BCC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12/16</a:t>
            </a:r>
          </a:p>
        </p:txBody>
      </p:sp>
    </p:spTree>
    <p:extLst>
      <p:ext uri="{BB962C8B-B14F-4D97-AF65-F5344CB8AC3E}">
        <p14:creationId xmlns:p14="http://schemas.microsoft.com/office/powerpoint/2010/main" val="19307901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206A7B-0E57-454B-A5C4-66ED7A5D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323FA-864B-4D3F-83A9-F419D1A3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472B4-7819-4448-A54C-323F212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E84D9-97C7-4D40-AC78-871D3842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E8FDB-2D5E-44BA-9CFC-644E112F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0CBEB-9EED-4E26-9882-197BFE51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5C11C-EB5A-4BD9-99AE-2505C45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CA927-3429-479F-A9E7-D8877142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00422-9FA9-4D9B-B4DF-2B8D089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A0B68-55B2-4AB9-9646-18B8219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EF4A2-01B0-4FC7-9672-B754DEF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73C8A-D717-481E-B46C-AD77E5C1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10A94-6632-4C1B-8868-9770C56C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C589A-A018-42BD-BBF3-6B5FB3C6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CB4DB-542E-47EC-944E-5691F40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6B005-4128-4DF3-ACBB-859E487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29220-C51D-47D7-A5CB-174CB726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42D43-E6F6-4165-8C18-5BD2B82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B620E-600E-48FF-BC4B-C7721218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DD252-80BB-474F-A14F-D089E75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TEAM｜协作流程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58F8F-5D6F-42FE-8658-43F36C1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班级事务协作流程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FBF4C-BE7A-4825-836A-FB74B8B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BA302-B94C-473A-A4A6-3CC5422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A921D-53C1-4D3A-82E7-AB762AD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381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EABE7-48C3-4A74-B6DD-0E47179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381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BD25E-ACC0-4F18-BB77-14F0772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92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班长 · 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0ABDE-8EBC-4633-97D4-2657B62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9D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9D8E6"/>
                </a:solidFill>
                <a:latin typeface="Microsoft YaHei"/>
                <a:ea typeface="Microsoft YaHei"/>
                <a:cs typeface="Microsoft YaHei"/>
              </a:rPr>
              <a:t>收集意见、统筹安排、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933C3-7A50-4FC3-97B7-51ADBED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9029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及时反馈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7C716-6B0B-4CAC-98B6-D342DF0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381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1A7D0-CE12-42D9-B64F-7A43F87F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381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1A64B8-8C25-4F09-B4F0-6E36544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392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班委团队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51759-6408-4491-A6A8-413B78B3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35547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9D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9D8E6"/>
                </a:solidFill>
                <a:latin typeface="Microsoft YaHei"/>
                <a:ea typeface="Microsoft YaHei"/>
                <a:cs typeface="Microsoft YaHei"/>
              </a:rPr>
              <a:t>学习委员管学习，生活委员管事务，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FE663E-4AE2-48AC-917F-13FCDF3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9029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分工协作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EDD476-30B4-4372-BF07-D8B75E1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533400" cy="838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2EC2F5-553B-4F30-81B9-63CDAB98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533400" cy="838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169290-F27C-488B-ABD0-C4C88D11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4E7B00-8F43-429D-81E3-F479E33E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全体同学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C2D084-C7FA-4983-963D-3612276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03C50-85A1-450B-BD02-A1A1D83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学习小组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70C326-A75F-4E54-BE51-336374D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52E751-B658-410E-845E-3C7A0605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班级活动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0BE38B-74FA-4910-9F57-CD4A6852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CEB110-A9D4-43C4-B49A-ED7B2BB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意见反馈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7E0DDF-4BFB-4F3A-A19B-CF7D9AC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0E7915-BEE9-47CF-A5DC-E6D2E77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事务通知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6B1CE0-A9C7-47A7-B0B2-3D7DE86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007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让每件事都有回应，让每位同学都被看见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F9B0F2-3397-40C5-8D15-2A52977B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68C177-CF00-4744-BD0C-64739D8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1678F2-740F-43B5-96C2-A501E11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13/16</a:t>
            </a:r>
          </a:p>
        </p:txBody>
      </p:sp>
    </p:spTree>
    <p:extLst>
      <p:ext uri="{BB962C8B-B14F-4D97-AF65-F5344CB8AC3E}">
        <p14:creationId xmlns:p14="http://schemas.microsoft.com/office/powerpoint/2010/main" val="10351900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AC21E-D89D-495E-9060-E5368F74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E756D-AE50-4ED4-AFDB-666514C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C55F8-060F-4CC0-B04E-39EAFE2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31380-DFAF-42F8-BA77-10C0DF1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F85D1-A273-4071-BBF1-AB1DE7C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4D82F-13A5-44DA-919D-8B75C59C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3FCBD-BDA7-42D6-B73A-A7A49175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5FECC-FCCF-4305-96F0-AF46A4AA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D8B66-7FC1-4B75-8DCC-6DB95EE2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ABFF9-B8A0-493E-A268-6727442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EF5D8-EB40-49ED-B7AD-38C3A33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1996A-7D22-4969-817D-1DB72D55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B5B6E-7C0F-403B-91AD-A0345DB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A14F-7D7D-46C1-BC96-A07F5334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C477B-7E7B-4D42-AC90-5D4969C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369DB-1185-4815-9C3B-4A73B9BE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A7EE3-BE12-48A3-A943-DA52B819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DC449-1BAF-4450-BED3-222F16B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35D4F-6DCD-4402-AB15-0580070E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C8710-4E19-43E5-8CFD-0B1BB8FE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6717F-ABFE-40F3-B1B0-014F9973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534ED-94A8-4270-B74B-81F904D1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4FE53-6A84-4B7E-9EFF-221ABBCF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7964A-292D-40B3-9713-C514AB5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我的承诺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0873C-84F0-439A-815C-71CD0D7A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C1A61-DB18-44C6-9F8D-9760B84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接受监督、及时反馈，让改变真正看得见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CAB2F-F92F-4669-B67D-A78C9580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C2B0D-C960-4C0A-9824-7391007A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E71A11-1A25-425A-BF4B-073657D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14/16</a:t>
            </a:r>
          </a:p>
        </p:txBody>
      </p:sp>
    </p:spTree>
    <p:extLst>
      <p:ext uri="{BB962C8B-B14F-4D97-AF65-F5344CB8AC3E}">
        <p14:creationId xmlns:p14="http://schemas.microsoft.com/office/powerpoint/2010/main" val="15149519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ABB878-F8ED-420F-9815-1110579C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1F95B-1FA6-4383-B41D-1DC20460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B12A-5C0E-4934-A310-8C455861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E43D1-BB4E-4BC7-AE69-74BCDA49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C74BB-19DD-4F96-8FDA-0D83F6A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DC886-8339-4757-8DD9-B8ED41B1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BF873-CFA1-4CD3-9218-54A2A77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5A4BF-698A-45C7-8038-A9C0830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98EBF-BA44-46F0-A22A-41844D7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251B5-B1DF-4B9F-82F5-65DDABB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31E3C-F2E1-4143-A7D7-4C1AB8D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3E053-F6C0-421C-B35D-7D9B3E2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04FBE-4647-4F3E-8C28-04E811A3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EA96B-A949-4FC7-ADD2-00196AF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EFCF0-2242-4084-8A38-54D0ED82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DEFE6-5ADC-44D5-ACBC-31A5AAC5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7676C-5F49-45AA-B840-365C1BA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E5179-048B-4C39-8F5D-C4CC192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7806C-A731-4B6E-BD29-A777A2B4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6EC9F-C7F5-4ACC-A7C8-ED7D2CF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PROMISE｜竞选承诺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4EC26-9FD0-4CCC-82ED-26B2A5F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当选之后，改变看得见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9D44C-4B97-4C79-8727-41C3A06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F01D8-D66B-4E92-B9F4-299F0B54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5CED3-1841-4327-9424-DE9CA304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7F7F4-05C9-46BA-8B18-D85656E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7E747-43E4-41AE-BDFF-59A3C37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AE932-5D0D-4672-9C40-0CDA4F2D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活动组织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D425A-DC4C-4375-AB2E-1AA17899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920" y="32004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临时通知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0F509-8A7A-4503-AC01-397527E8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同学意见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388B6-2E6D-4193-A228-9F4F5A1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920" y="3619500"/>
            <a:ext cx="196367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缺少固定渠道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7F3C3-FFE4-4604-A43A-DF0563F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班级事务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558E4-EDCD-4473-B459-33370AC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920" y="40386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C5282F"/>
                </a:solidFill>
                <a:latin typeface="Microsoft YaHei"/>
                <a:ea typeface="Microsoft YaHei"/>
                <a:cs typeface="Microsoft YaHei"/>
              </a:rPr>
              <a:t>反馈不及时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EB533-EAF3-4897-856D-5B4D7AF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9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510F73-B3A8-4F7C-BD32-B45D6D6A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F9AE21-12AC-4613-8BB7-B69C2A58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9885EE-775D-4C47-85A6-DD26B913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当选后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1CBBAD-C8C3-47A4-A57D-10EEEB8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99136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每月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A6F0B-9AA8-4FEE-AE57-8F72305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612" y="32004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提前公布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6F847-8156-4947-AA48-87B5B70A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028" y="32004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活动计划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2EFC7-4580-4BCD-96BA-4AFAA235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99136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每周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EAA5D1-508B-489F-A6DE-EE430E8F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612" y="36195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固定收集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A054AC-59B4-4350-8A07-12A21B8C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028" y="36195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一次意见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77AED-9469-4083-8A49-77704F9B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16395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重要事务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E2385F-674F-4EEB-BBCB-01805BE5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20" y="4038600"/>
            <a:ext cx="131546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当天回应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45EE06-5444-4E34-9B10-02A87B9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EB23BF-7206-4B50-A7C5-1BFBD597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3A8FC4-B90D-4038-B7B2-0647A3C0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15/16</a:t>
            </a:r>
          </a:p>
        </p:txBody>
      </p:sp>
    </p:spTree>
    <p:extLst>
      <p:ext uri="{BB962C8B-B14F-4D97-AF65-F5344CB8AC3E}">
        <p14:creationId xmlns:p14="http://schemas.microsoft.com/office/powerpoint/2010/main" val="18591398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960FD4-87E7-46E8-9ECD-5C28CB48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44770-6424-4FA0-BAD8-E5FACAF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A01E-D8BC-45E1-87E8-1C5900C4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C92C0-2690-464A-ABB4-139E130C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6FDDC-9C17-406D-B5F4-FC1CADF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0A1E9-29DA-491C-8C9D-0DB2BBF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02C02-6AC9-40DE-B765-6358BCE1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A0E40-477E-4AC8-AE16-9B0877C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55B84-D52E-40B6-A7DC-8B7E92DE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D192-8F22-4F1A-835A-9E0CA32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1E2ED-5F05-4DD3-9646-298455DB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9A2F4-D1F4-416F-AB63-3EE0D001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44A75-1E34-4C47-9D28-3B458C17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0EF7E-DD7B-49A5-9BB1-CD6309D6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0B642-4687-4634-9F0D-845DC403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D982B-F04B-4F39-8BB6-DF46F69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0AC9F-EA95-4265-B5C9-742F2294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18164-B636-447D-A649-3987E88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2BC3C-E3C2-4955-9A06-1ECA69D6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C299E-9E3F-4F43-B83F-45D69F99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0EE34-916E-4958-8CF0-CF290036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D1B00-1FB3-45F7-901B-854696BD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8EB47-96AB-4ED7-B821-EB70C637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B623F-DD5C-4FD1-A9F2-530ED44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A55A6-9486-442B-81B1-6717EDE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THANK YOU｜感谢聆听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C9D02-F046-4520-BEF3-880C4B88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投我一票，我们一起改变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16559-E7C9-4EDA-92F4-9EF5F660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78511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rPr>
              <a:t>你的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9A23A-9D8F-4CB4-B87B-BC086D2C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314" y="3581400"/>
            <a:ext cx="116814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每一票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6C9147-0354-4636-B8B1-9BE03AF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410" y="3581400"/>
            <a:ext cx="346633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rPr>
              <a:t>，都是对班级未来的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020BB-9965-4606-B4F7-FA54248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698" y="3581400"/>
            <a:ext cx="78511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期待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D5765-1855-4253-8807-6D5D0D44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762" y="3581400"/>
            <a:ext cx="40208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97B6C-A994-479E-93A8-D4FA51C0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BE08BB-EC20-48B6-997D-7F616CAB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请投 3号 张三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491C6D-40EC-47E9-91BC-84117D6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37E4F-25E5-4537-B277-F36FA2AE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E8032F-B803-4A33-8180-6161332C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16/16</a:t>
            </a:r>
          </a:p>
        </p:txBody>
      </p:sp>
    </p:spTree>
    <p:extLst>
      <p:ext uri="{BB962C8B-B14F-4D97-AF65-F5344CB8AC3E}">
        <p14:creationId xmlns:p14="http://schemas.microsoft.com/office/powerpoint/2010/main" val="222640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2026-08-28T05:22:55.2100000Z</dcterms:created>
  <dcterms:modified xsi:type="dcterms:W3CDTF">2026-08-28T05:22:55.2110000Z</dcterms:modified>
</coreProperties>
</file>