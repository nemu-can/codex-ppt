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09a59a1c3e4af2" /><Relationship Type="http://schemas.openxmlformats.org/officeDocument/2006/relationships/extended-properties" Target="/docProps/app.xml" Id="Rb6a9972493f24ab0" /><Relationship Type="http://schemas.openxmlformats.org/officeDocument/2006/relationships/officeDocument" Target="/ppt/presentation.xml" Id="R892469594684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0f71a891a44d1b"/>
  </p:sldMasterIdLst>
  <p:notesMasterIdLst>
    <p:notesMasterId xmlns:r="http://schemas.openxmlformats.org/officeDocument/2006/relationships" r:id="R6ad070c335e84951"/>
  </p:notesMasterIdLst>
  <p:sldIdLst>
    <p:sldId xmlns:r="http://schemas.openxmlformats.org/officeDocument/2006/relationships" id="256" r:id="R44fe0d8ac913485c"/>
    <p:sldId xmlns:r="http://schemas.openxmlformats.org/officeDocument/2006/relationships" id="257" r:id="R3b91d1e2ae364d72"/>
    <p:sldId xmlns:r="http://schemas.openxmlformats.org/officeDocument/2006/relationships" id="258" r:id="R7d1905bd80da49d3"/>
    <p:sldId xmlns:r="http://schemas.openxmlformats.org/officeDocument/2006/relationships" id="259" r:id="R4b6b52194e0c4fe2"/>
    <p:sldId xmlns:r="http://schemas.openxmlformats.org/officeDocument/2006/relationships" id="260" r:id="Rc0b526eb85d2443a"/>
    <p:sldId xmlns:r="http://schemas.openxmlformats.org/officeDocument/2006/relationships" id="261" r:id="Rb78d5180e3404b4a"/>
    <p:sldId xmlns:r="http://schemas.openxmlformats.org/officeDocument/2006/relationships" id="262" r:id="Rc0ba3dac9ca74089"/>
    <p:sldId xmlns:r="http://schemas.openxmlformats.org/officeDocument/2006/relationships" id="263" r:id="R230b6564ca00466d"/>
    <p:sldId xmlns:r="http://schemas.openxmlformats.org/officeDocument/2006/relationships" id="264" r:id="R2f2fd22c3e6940f9"/>
    <p:sldId xmlns:r="http://schemas.openxmlformats.org/officeDocument/2006/relationships" id="265" r:id="Rd6a8d512fc3a43fd"/>
    <p:sldId xmlns:r="http://schemas.openxmlformats.org/officeDocument/2006/relationships" id="266" r:id="R3dd6226c18ea4b5f"/>
    <p:sldId xmlns:r="http://schemas.openxmlformats.org/officeDocument/2006/relationships" id="267" r:id="R0d800577dc9d4150"/>
    <p:sldId xmlns:r="http://schemas.openxmlformats.org/officeDocument/2006/relationships" id="268" r:id="R5d5b497c20e643ac"/>
    <p:sldId xmlns:r="http://schemas.openxmlformats.org/officeDocument/2006/relationships" id="269" r:id="Ra84c08d9752e41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ce6b88b8884ff0" /><Relationship Type="http://schemas.openxmlformats.org/officeDocument/2006/relationships/slideMaster" Target="/ppt/slideMasters/slideMaster1.xml" Id="Rbd0f71a891a44d1b" /><Relationship Type="http://schemas.openxmlformats.org/officeDocument/2006/relationships/notesMaster" Target="/ppt/notesMasters/notesMaster1.xml" Id="R6ad070c335e84951" /><Relationship Type="http://schemas.openxmlformats.org/officeDocument/2006/relationships/presProps" Target="/ppt/presProps.xml" Id="Rbeca9a369b164aa3" /><Relationship Type="http://schemas.openxmlformats.org/officeDocument/2006/relationships/tableStyles" Target="/ppt/tableStyles.xml" Id="R26e7b7f4a18a4cd5" /><Relationship Type="http://schemas.openxmlformats.org/officeDocument/2006/relationships/slide" Target="/ppt/slides/slide1.xml" Id="R44fe0d8ac913485c" /><Relationship Type="http://schemas.openxmlformats.org/officeDocument/2006/relationships/slide" Target="/ppt/slides/slide2.xml" Id="R3b91d1e2ae364d72" /><Relationship Type="http://schemas.openxmlformats.org/officeDocument/2006/relationships/slide" Target="/ppt/slides/slide3.xml" Id="R7d1905bd80da49d3" /><Relationship Type="http://schemas.openxmlformats.org/officeDocument/2006/relationships/slide" Target="/ppt/slides/slide4.xml" Id="R4b6b52194e0c4fe2" /><Relationship Type="http://schemas.openxmlformats.org/officeDocument/2006/relationships/slide" Target="/ppt/slides/slide5.xml" Id="Rc0b526eb85d2443a" /><Relationship Type="http://schemas.openxmlformats.org/officeDocument/2006/relationships/slide" Target="/ppt/slides/slide6.xml" Id="Rb78d5180e3404b4a" /><Relationship Type="http://schemas.openxmlformats.org/officeDocument/2006/relationships/slide" Target="/ppt/slides/slide7.xml" Id="Rc0ba3dac9ca74089" /><Relationship Type="http://schemas.openxmlformats.org/officeDocument/2006/relationships/slide" Target="/ppt/slides/slide8.xml" Id="R230b6564ca00466d" /><Relationship Type="http://schemas.openxmlformats.org/officeDocument/2006/relationships/slide" Target="/ppt/slides/slide9.xml" Id="R2f2fd22c3e6940f9" /><Relationship Type="http://schemas.openxmlformats.org/officeDocument/2006/relationships/slide" Target="/ppt/slides/slide10.xml" Id="Rd6a8d512fc3a43fd" /><Relationship Type="http://schemas.openxmlformats.org/officeDocument/2006/relationships/slide" Target="/ppt/slides/slide11.xml" Id="R3dd6226c18ea4b5f" /><Relationship Type="http://schemas.openxmlformats.org/officeDocument/2006/relationships/slide" Target="/ppt/slides/slide12.xml" Id="R0d800577dc9d4150" /><Relationship Type="http://schemas.openxmlformats.org/officeDocument/2006/relationships/slide" Target="/ppt/slides/slide13.xml" Id="R5d5b497c20e643ac" /><Relationship Type="http://schemas.openxmlformats.org/officeDocument/2006/relationships/slide" Target="/ppt/slides/slide14.xml" Id="Ra84c08d9752e41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c8e21adc324c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0f0859e1e242ff" /><Relationship Type="http://schemas.openxmlformats.org/officeDocument/2006/relationships/notesMaster" Target="/ppt/notesMasters/notesMaster1.xml" Id="R33b1abc3f61044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c588d1b9ca419a" /><Relationship Type="http://schemas.openxmlformats.org/officeDocument/2006/relationships/notesMaster" Target="/ppt/notesMasters/notesMaster1.xml" Id="Rc0bf87c3cf0340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1c6698f6034158" /><Relationship Type="http://schemas.openxmlformats.org/officeDocument/2006/relationships/notesMaster" Target="/ppt/notesMasters/notesMaster1.xml" Id="R37d499d369844f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5cf78be9894f02" /><Relationship Type="http://schemas.openxmlformats.org/officeDocument/2006/relationships/notesMaster" Target="/ppt/notesMasters/notesMaster1.xml" Id="R78d1fa817f194c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d71f98395c41ab" /><Relationship Type="http://schemas.openxmlformats.org/officeDocument/2006/relationships/notesMaster" Target="/ppt/notesMasters/notesMaster1.xml" Id="R2bfdcf603dd044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7219e6a114c5b" /><Relationship Type="http://schemas.openxmlformats.org/officeDocument/2006/relationships/notesMaster" Target="/ppt/notesMasters/notesMaster1.xml" Id="R559573edb7d94e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d93638213e4b4c" /><Relationship Type="http://schemas.openxmlformats.org/officeDocument/2006/relationships/notesMaster" Target="/ppt/notesMasters/notesMaster1.xml" Id="R43b71e94720440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4284c3a6294505" /><Relationship Type="http://schemas.openxmlformats.org/officeDocument/2006/relationships/notesMaster" Target="/ppt/notesMasters/notesMaster1.xml" Id="R5a217470309c49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be92eac5d441f6" /><Relationship Type="http://schemas.openxmlformats.org/officeDocument/2006/relationships/notesMaster" Target="/ppt/notesMasters/notesMaster1.xml" Id="R91cee994c33643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7a65dedb584ff0" /><Relationship Type="http://schemas.openxmlformats.org/officeDocument/2006/relationships/notesMaster" Target="/ppt/notesMasters/notesMaster1.xml" Id="R77062f4c803f43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6f5399d8f1488a" /><Relationship Type="http://schemas.openxmlformats.org/officeDocument/2006/relationships/notesMaster" Target="/ppt/notesMasters/notesMaster1.xml" Id="R14cc4635b7c44b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da8d9e8e28434a" /><Relationship Type="http://schemas.openxmlformats.org/officeDocument/2006/relationships/notesMaster" Target="/ppt/notesMasters/notesMaster1.xml" Id="Rb2d59ed80dee4a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3c1a063cc9b4197" /><Relationship Type="http://schemas.openxmlformats.org/officeDocument/2006/relationships/notesMaster" Target="/ppt/notesMasters/notesMaster1.xml" Id="R580932bbe6864c7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dbb3f80a8b04711" /><Relationship Type="http://schemas.openxmlformats.org/officeDocument/2006/relationships/notesMaster" Target="/ppt/notesMasters/notesMaster1.xml" Id="R0e14b26dc32a40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c981355a7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4fc171988f4115" /><Relationship Type="http://schemas.openxmlformats.org/officeDocument/2006/relationships/slideLayout" Target="/ppt/slideLayouts/slideLayout1.xml" Id="R63146c9d8a2647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146c9d8a2647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be100651e48a6" /><Relationship Type="http://schemas.openxmlformats.org/officeDocument/2006/relationships/notesSlide" Target="/ppt/notesSlides/notesSlide1.xml" Id="Rd7a1c42c9a3d4a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2a04a7fcb4b0a" /><Relationship Type="http://schemas.openxmlformats.org/officeDocument/2006/relationships/notesSlide" Target="/ppt/notesSlides/notesSlide2.xml" Id="R0cacae8cc89b4c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4186496834085" /><Relationship Type="http://schemas.openxmlformats.org/officeDocument/2006/relationships/notesSlide" Target="/ppt/notesSlides/notesSlide3.xml" Id="R956fa1ff720846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07d7ad9a8469e" /><Relationship Type="http://schemas.openxmlformats.org/officeDocument/2006/relationships/notesSlide" Target="/ppt/notesSlides/notesSlide4.xml" Id="R02b16681de9249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c4cd75b324beb" /><Relationship Type="http://schemas.openxmlformats.org/officeDocument/2006/relationships/notesSlide" Target="/ppt/notesSlides/notesSlide5.xml" Id="R85fb6ff9a48f42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cdea8b27b34204" /><Relationship Type="http://schemas.openxmlformats.org/officeDocument/2006/relationships/notesSlide" Target="/ppt/notesSlides/notesSlide6.xml" Id="R9f1063adfd434a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c2038425b405d" /><Relationship Type="http://schemas.openxmlformats.org/officeDocument/2006/relationships/notesSlide" Target="/ppt/notesSlides/notesSlide7.xml" Id="Rc12eda27caeb45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805f479cd4af6" /><Relationship Type="http://schemas.openxmlformats.org/officeDocument/2006/relationships/notesSlide" Target="/ppt/notesSlides/notesSlide8.xml" Id="Rf48cd9c6f6764f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737d0db35d448d" /><Relationship Type="http://schemas.openxmlformats.org/officeDocument/2006/relationships/notesSlide" Target="/ppt/notesSlides/notesSlide9.xml" Id="R7392c753b1d247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1c77ec5c44e52" /><Relationship Type="http://schemas.openxmlformats.org/officeDocument/2006/relationships/notesSlide" Target="/ppt/notesSlides/notesSlide10.xml" Id="Re085b0f8634546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286c41c134cfa" /><Relationship Type="http://schemas.openxmlformats.org/officeDocument/2006/relationships/notesSlide" Target="/ppt/notesSlides/notesSlide11.xml" Id="R87474f53ba0b4bf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80c8e5d9a4ff6" /><Relationship Type="http://schemas.openxmlformats.org/officeDocument/2006/relationships/notesSlide" Target="/ppt/notesSlides/notesSlide12.xml" Id="R95a626f2505c45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b0b22de0a24191" /><Relationship Type="http://schemas.openxmlformats.org/officeDocument/2006/relationships/notesSlide" Target="/ppt/notesSlides/notesSlide13.xml" Id="R6f8d815801944c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6e5ec50784061" /><Relationship Type="http://schemas.openxmlformats.org/officeDocument/2006/relationships/notesSlide" Target="/ppt/notesSlides/notesSlide14.xml" Id="Rbdf55ff972134c5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57765-16CA-4122-AB6B-4826654E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253F3F-6B00-4109-B196-B313CC1A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39AC2-E739-413D-8428-568D27D06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0B23E-B436-4AE8-9D4A-103E5E3E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E07025-49D1-426A-A9D3-BE8EC49C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A9A6E-8EBB-408C-8614-30AE7A2B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A65BF-73EA-4CEA-9163-BC6A662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6104B-B87D-4ABD-8207-D9D660F3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A105B-0A7E-4A8C-AE72-C86DE8E7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47750"/>
            <a:ext cx="41910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9E8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91446-7C5A-4FD5-82CC-4FBECF8D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524000" cy="2667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66DC79-8E38-49D6-9346-E0E0C784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竞选演讲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078CE-3A7D-4269-AFED-1EA9167E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47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7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让我们一起，把班级变得更好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D9E23-EA5F-483D-8C3C-9F067C4D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5334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班长竞选演讲 · 候选人：张三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65EFE-0B4C-4679-871C-4F2E84A5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85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5B8FC7-455C-4D10-8B55-10287630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57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给我一次机会，还你一个更好的班级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66D2A-8652-46A2-97D6-6AA7FA229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38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班长竞选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A5441-5EB8-46B3-9C10-5D964E0A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19125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BFD3E0"/>
                </a:solidFill>
                <a:latin typeface="Microsoft YaHei"/>
                <a:ea typeface="Microsoft YaHei"/>
                <a:cs typeface="Microsoft YaHei"/>
              </a:rPr>
              <a:t>候选人：张三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D601F-FAD7-4799-AC20-9545CAFB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E52125-12CB-4A00-9F1C-D91113B8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54ACE9-CD06-48DB-B2CE-DF2D9DE4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1/14</a:t>
            </a:r>
          </a:p>
        </p:txBody>
      </p:sp>
    </p:spTree>
    <p:extLst>
      <p:ext uri="{BB962C8B-B14F-4D97-AF65-F5344CB8AC3E}">
        <p14:creationId xmlns:p14="http://schemas.microsoft.com/office/powerpoint/2010/main" val="22226999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23DE68-D3DB-45C8-B094-017E0A25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263CDB-3B0B-4637-8A3E-E54A5E84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2111F-CBE7-43A4-99BB-4327FDE3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DE1AD-E745-4F29-B6CF-FE3492DD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429FC-CE6A-4E96-BFC3-E5D90E16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051B9-4126-4518-A6CA-77382114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9AC0-32FC-41B1-BD3C-96AB60EF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C29ED-8B0C-40E0-A127-94F4B3A8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E85E4-DCF4-4C3F-8B83-D97CBF2E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77AC0-121A-427A-82E7-8720FB6C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D09C9-B119-4051-A2DB-D2DEF4A9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F7E56-573E-4C71-8CAD-7D356106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1FF5D6-91EF-439E-947C-2E7995D1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5D6534-C769-4C7B-8FC9-2E8D6F63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23A51-05DF-40EA-AFC9-39D4A5B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AC8DC9-C1FF-446F-B5DE-5B3FF959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97719-3B84-4703-A072-44129AE5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36ACBF-812C-46FC-AA2D-9666EF14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565FE-65CB-47B3-BCB8-546DF12C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4CF72-332E-47DB-833C-BA522BFF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CONTENTS｜竞选内容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D9DB4-B76A-4B8B-8A42-669D00CC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五个部分，认识一个认真负责的候选人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E7BE3F-55C9-437E-8DE0-E52FB36D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44F96-BEA8-4606-AA24-795A1724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317D3A-E183-4C8F-9D96-C0B3B345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691549-2F4B-4EBD-B1BA-33E84D46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42B2D-149D-4511-B2E7-6625C4FD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DB0030-9D43-4CF3-A27A-18478D3B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0F426A-F2DB-4F06-B464-F99BCE19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622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关于我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3FD8A-9FEF-49A3-B133-07A39EE0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我是谁，我做过什么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631434-5A98-4D5E-9AD4-6FCF1A91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FFC36B-EC5F-43B8-8C35-301E3AB8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A95730-C2F4-4FDF-984C-8A216C1F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2B16FD-052D-45A4-9520-56D4D213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CDFF33-AA80-4C50-99F0-014E0D3B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竞选理念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EC36D5-F43C-4602-AFC0-F832DD56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384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我想把班级带向哪里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D3AC1B-F617-4269-A1B3-9BB36D8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7F7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9C356F-1BA4-4AFF-AD80-DF128B61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A907F-BEF3-42CE-B34C-A901EE37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91ACA94-A074-43B6-A440-C99C9411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81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EDA3B2-1F7A-4E90-B7C4-FA096297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4671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我的优势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79973-3230-403C-AD86-E32A6051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433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为什么我能胜任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00A244-596B-41CD-8342-6F79F6BC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C848D5-DED0-4EAD-8E7B-9EEC3FA7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528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444AE2-EEAD-4532-A02A-56207C4E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E7F9FB-D501-41BB-B8FC-57D1EC39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814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C9A25C-47C6-471E-B80E-E3ABC544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671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工作计划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6C5B8CC-4BFB-4F53-B9E9-2FD51FC1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当选后我打算怎么做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D91827-CF6C-4646-ABC5-932CEBD4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14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8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C6DB90-5A0B-41ED-B6F3-CA2CEB82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9525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BCF6A4C-43CA-4741-8C9C-4FB54150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8F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201497-4649-433F-98F4-65C22554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0BA1E9-C198-4E4A-AE0F-5D769D78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572000"/>
            <a:ext cx="4076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我的承诺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E79C1B-8176-4271-BAE7-E820218E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407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我会如何接受大家监督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83C8B9-4782-48E1-9392-A4024C6B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B4C438-6A9C-412B-89EE-57EE4CF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6C972E-8A7F-41B9-972A-F5C0C086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10052235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D3E7F-0736-4975-8E7C-352C68A8D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CF6E47-EF6E-403D-ACBA-90E404A4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1B2BB-99D8-4C99-ADF2-AA9D42ECB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DD9A5-5377-4E81-A1AB-41F7609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0980D-B848-4B9E-8681-849D33BB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9AAF6-DDFF-4BF3-B961-C976E78F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BC08C-6385-4675-9855-E4B032B0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277032-1A5E-495D-8871-0FDF3E1D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98531-5302-475A-9E17-E5E2744F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AA3FA-73BC-4903-A4A9-4E07A19F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440EB1-8AC3-430B-AB1C-1E92489B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1F7C8-1FBA-4C32-BA18-3CFD2D77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EDD9A-77DE-4F2E-B2C3-6CC2D635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42AC5-5F94-4D94-82C4-989D2DCD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161FDF-ECB8-41CD-A8BA-5096C0B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0EC9C7-2710-4FCE-BC80-DFB36EA2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1019CC-8BAD-4E01-AA3F-3096E65E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E8290-8079-45BF-A2AD-93055B7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0489-11CA-48C5-88E5-665DED21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C44766-245C-4496-90A3-BD6B503F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84A167-1F48-46DD-9897-3586EACD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99390-68AC-41EA-8ABC-4BD0464D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D56A1-C083-48A9-9748-D2C971C5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C3918-4729-419D-A45D-5D33A0F3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关于我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7C51E-D15B-431E-AC13-1D7CE5D0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171D21-E4E9-40B3-9D3F-63360017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一个普通同学，但有一颗想为大家服务的心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F082C5-5FF6-4BDA-ADF9-A798616B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3298AB-93BA-4870-8842-B905AE4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49578F-E756-44A0-ACC0-029BF3A8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3/14</a:t>
            </a:r>
          </a:p>
        </p:txBody>
      </p:sp>
    </p:spTree>
    <p:extLst>
      <p:ext uri="{BB962C8B-B14F-4D97-AF65-F5344CB8AC3E}">
        <p14:creationId xmlns:p14="http://schemas.microsoft.com/office/powerpoint/2010/main" val="16159369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9CDABA-6F23-4D87-A85A-45A4285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54B6C-0F13-4842-BB33-3B044D6E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7DA3F-26BD-4220-9C94-821AA47F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BCF5F-7038-488F-AD3C-273CD764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3198B-3A7F-4551-A25F-B672D81E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2C96D-502C-4D85-938A-70B93560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479AE-1351-4C94-AF59-AE04D319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AC6C3-C320-4BF2-8B1A-EB12F655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104F7-75D4-4500-8930-D080944F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5E26E4-7D1F-4205-8DE4-3BE59167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D90A3-834E-43D3-AEA0-A0F15595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6AE34-2082-42D2-9D74-97C14C8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48669-7330-4458-91D9-FDAA4743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411B3-2BBB-4EA9-B8F4-23149CD4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AEA33-4E9C-4808-B337-213C1E3E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DFA9F-D743-4E23-9475-A726C27C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2E9E33-81FE-4677-B291-0E22C312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2C060-0EFC-4D7B-BB3D-24FA480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7EE05-5791-464F-8939-AC4E92E2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07B9C-1EAC-4A96-B1D8-43CBAF5F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ABOUT ME｜自我介绍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DCC901-23B6-4EA4-9F27-3B641B79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我是张三，一个愿意为大家跑腿的候选人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6362CF-F8BE-4ECE-98E7-2522418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B369D4-3FC9-487C-BAAF-FC3C8E7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58F7E-B9D7-4A21-BD21-183094E0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524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7C38A0-65F5-4AA1-935E-2A16F215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1AA001-63BA-4829-81FB-D5310F5F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52700"/>
            <a:ext cx="49530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高二（3）班学生，担任过一年学习委员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组织过班级读书会、运动会方阵等活动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成绩稳定在班级前10%，能兼顾学习和工作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性格开朗，乐于倾听，和同学们关系融洽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04C32-0AD5-4760-88C8-D03F6C1C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9720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025D00-C1F5-433A-86FF-A657F1A7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52700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我的理解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D3990-C08E-415F-90DC-59A7D0EF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191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1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50" b="0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班长不是官，而是主动发现问题、帮助大家解决问题的人。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B8970-EBFA-4E5F-866E-02732DAB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86300"/>
            <a:ext cx="49720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07000-FED2-4045-98D6-4789BC8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8DCC8-8753-4F4A-85F9-0973227D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32BFF6-C5DE-44B9-8B80-2CDB6E8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4/14</a:t>
            </a:r>
          </a:p>
        </p:txBody>
      </p:sp>
    </p:spTree>
    <p:extLst>
      <p:ext uri="{BB962C8B-B14F-4D97-AF65-F5344CB8AC3E}">
        <p14:creationId xmlns:p14="http://schemas.microsoft.com/office/powerpoint/2010/main" val="19191185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11C6BC-EAE0-440B-A2AE-08C975A7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FD390-FD4E-4988-AE78-EC590A7A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7FDE8-5B10-4214-BC39-C2599FD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E1153-7F10-4F31-98A0-7A8AB7A6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7FC7F-D20A-4ED0-B70C-6002FE24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8BC6A-3E0A-4668-83B3-AE9A9E2D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4B13D-A1BB-470B-ACC0-C290BE5C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5F5AA-A445-49EA-8348-B46390D6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E6DCF4-DE57-474A-9866-1EF8D522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05268-8B33-47FF-9AD0-E7E15900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71ECD-53E6-4369-AF4D-E58AC3B1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FF3329-D657-4986-90CA-4A2AF2F0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49598-4B38-47A5-A2B9-34F7E895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62A32-0E3B-476B-B15A-04F43AA4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C6036-9892-4250-9DA6-C38C26A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19731C-CDA7-4F33-9BC4-8986337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D3282-E11E-4403-BEC4-D6036A4C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8D404F-4EE0-483E-9342-57E6AD9E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70327C-F5B7-4396-9044-965EF7CE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B7CE1-5F47-432F-B30F-622F114B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02AB8-BE3A-4EEC-999B-20EA9469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044E8-432A-4A7C-983D-7C6BE139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19394-B469-4163-A31F-0786872F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508527-03C5-41A8-A849-98635D5F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竞选理念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E7D9A6-0587-41DD-B948-567FE5D0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B2141A-6996-4254-BEAE-E2230C63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让每位同学被看见，让每件事情有回应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B49ECC-EA85-46D0-86A9-552EEF10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607881-38DC-4633-B02E-243285B8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77023B-1728-44B8-889D-5144A7AF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5/14</a:t>
            </a:r>
          </a:p>
        </p:txBody>
      </p:sp>
    </p:spTree>
    <p:extLst>
      <p:ext uri="{BB962C8B-B14F-4D97-AF65-F5344CB8AC3E}">
        <p14:creationId xmlns:p14="http://schemas.microsoft.com/office/powerpoint/2010/main" val="1419333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2E8E7-84D1-4BEE-B4BE-D26672EF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7A8C7-CE47-4A0F-BFD2-9E428EDB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3F5381-9182-437E-BB67-6E0E9B0B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D1BDB-4376-4B92-AAF6-914AFF8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6488E-0070-47FC-BDBB-0DF566D0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6A976-0B3A-419D-BB1E-FD6A42DA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0A2EB-AA03-4308-9080-B78A96D8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1C346-EA2D-4978-BFB9-ACE0640A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13E1E-2F01-4156-8C31-6AB216C3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5AB2A2-CEE8-4159-B03F-74464B96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523D9-092B-42EF-AC80-3DF75E2A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C82D27-A0C1-4353-B93A-D824312F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52E2A-AC9D-4DE6-9982-31AA5013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701475-3E4A-4230-BA5B-A7617B41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9AFA4-C129-48B7-82B3-589AEBD6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A58A77-FDF1-4183-A467-5F3CF5E6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390EDA-9938-49F3-9D2E-303DE7F5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094DD7-C29F-4920-B619-C6DB1068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11571-9550-41A4-8672-58FBABD17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902C8-509C-4A21-A586-58F8C5D2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VISION｜竞选理念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B03C3-E9E7-407E-9603-D26E46CE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我想从学习和生活两方面改善班级体验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E123A-C486-453F-B4F7-078D92CE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A307E7-E0CE-4AB8-9E7F-24DFE44F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9625A-095F-4D08-BCEF-40D98D1E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EAF3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97346C-52D5-4FC0-8C88-822163AF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CF53ED-449F-467D-A2F1-43E6C6C4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461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学习共同体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EDF399-0C5E-4267-ABD8-3E845BAB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610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组织学习小组，互帮互助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建立错题共享，提高效率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及时和老师沟通学习情况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8DCBFB-CE30-4349-8303-ADED878A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49992-DC1C-45D1-A523-96546DA1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46D0D9-B1B0-45EF-8177-7F69DF4B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4610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温暖班集体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32F828-4669-4725-940A-0F316B26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00400"/>
            <a:ext cx="46101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让每个同学都被听见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认真办好每一次班级活动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营造友爱、包容、有活力的氛围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F2AC61-1B20-412F-A11C-B883ABEF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53F404-C214-48B7-B4AA-FB7D2D86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158E36-692C-4FC4-B147-6A5FCA7E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6/14</a:t>
            </a:r>
          </a:p>
        </p:txBody>
      </p:sp>
    </p:spTree>
    <p:extLst>
      <p:ext uri="{BB962C8B-B14F-4D97-AF65-F5344CB8AC3E}">
        <p14:creationId xmlns:p14="http://schemas.microsoft.com/office/powerpoint/2010/main" val="13999638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926810-9EB1-4093-AC6B-57D62B512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D2253-8664-455B-A5A9-66631D00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48122-2F84-4C34-ACA4-A17171B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5D4C7-ECC8-46C1-BD2B-FF0F1C5E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38837-BC9F-471D-8129-00A7941B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805AF-ADC6-44C0-8ED7-9E3BA86F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D7582-ED34-4FE9-A199-CD7DACCD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E1E5B-5F59-4FCD-A531-CC9025C8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8888D-F073-49ED-B19E-64812AB51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BB5BA-C863-4BC7-B1D7-58E2C4D37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AFD5AC-1CB8-4303-ACF1-B20F5B6CE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6E2493-A1DC-4FB6-81EE-71376A08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5090F-E7F6-4BDB-B508-376E82B6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0FB6E-F75E-443C-8451-F1AE6090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9AD5F6-8A6F-4D38-922C-60696C3F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BE29D-F0F8-462C-B17A-A4F139FA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FFB86-83E0-4205-BFB6-C0BB0D19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6025C-6B35-4817-B9AA-C7344797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F142C-A5A0-4DFA-912D-189A1534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C69313-B606-4416-87F2-51716456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9B9BC2-5D5A-4287-8235-82AA7DE7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E4B46-AD33-40C1-91DF-63644F54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27590D-A57B-4E62-9255-CE34D542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CFA18E-1D30-4574-BB07-8B94EAD9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我的优势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DF944F-55D9-4F9C-8F1E-C45769E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6CEFD7-2F62-4F11-9A4E-9AB9190D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有经验、有热情，也有把想法落地的方法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EC285-BA2F-484D-B162-82BF07B8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B4AB3E-1ABB-45F2-A64C-E86F30AA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F8BD14-339D-43C7-BDB5-96FA3FC3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7/14</a:t>
            </a:r>
          </a:p>
        </p:txBody>
      </p:sp>
    </p:spTree>
    <p:extLst>
      <p:ext uri="{BB962C8B-B14F-4D97-AF65-F5344CB8AC3E}">
        <p14:creationId xmlns:p14="http://schemas.microsoft.com/office/powerpoint/2010/main" val="37270892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4D2482-656D-4A77-B8B9-C35B49F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0F5AB-3491-4405-815D-7D21F56F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897E8-4C57-48AC-96C5-22E320E8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8238C-5F8F-4F17-B48E-6DD1DB08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533400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42ADB-1719-4D4E-9510-81478DE0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D9D4A-5DCC-4736-9BD1-91D5007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C55065-CF91-4E3D-8101-4C539C12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43BD2F-2414-48E2-A198-94B46801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2E63C-0C7D-4240-8C18-03E5D9CE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CEA84-2AB8-4B60-9726-39A1E75EF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7E3899-B700-46C8-9F08-8DD5FBF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A2358D-B8BB-4575-A584-FFCF6243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8D425-06BC-44D6-A272-88E523D9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52757-D200-4BFC-8B03-465E2150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C07E60-2E45-4D23-BF1B-0B0CCDF1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28FB7-0CDC-471E-BD32-273B5986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0AE6D8-1D83-4DCA-8615-78282DA0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6F08DE-AD57-4F38-88B6-AFA5E1FB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394DDA-DB87-4643-8920-66A47127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28EA28-06AD-4176-B17C-F0B609B6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64222-0D1B-4454-B7FE-8ADB1DB8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B3EFD-BCE3-4F2B-9148-F5D3BA06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5D32DD-C5BA-4075-A9DE-8CBDA56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STRENGTHS｜核心优势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B4D970-8484-4575-9CE6-E9BC601E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三个数字，说明我为什么能胜任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2A968F-F25F-4647-95FA-622128E0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6759C1-BC23-4512-A517-DC375474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699C90-1621-4E3C-A0F7-FD94B285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749E87-6923-4AEC-8EC9-46A29D76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1年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30FCA6-6D8A-4E12-B06B-A12AE27F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班委经验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F36BEE-DF03-48E7-A916-1191A202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担任学习委员，熟悉班级事务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462F04-0A90-4C1D-8B29-78171B0A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293802-69B4-4FCC-A6B2-65F6AAD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C7FEB2-BB8C-4629-A555-E9F095D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10+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721F11-2A92-4601-B56A-37C35D440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组织活动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277FCF-FEBC-4FFD-A08A-074A347E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策划并执行过十余次班级活动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F9D508-7003-4DDD-B19D-8F6B0911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3327E2-C114-4F5C-AAD7-DD51B328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81250"/>
            <a:ext cx="3429000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C2EFE4-9608-4494-B9B8-CE246547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76550"/>
            <a:ext cx="2895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200" b="1">
                <a:solidFill>
                  <a:srgbClr val="1F6FB2"/>
                </a:solidFill>
                <a:latin typeface="Microsoft YaHei UI"/>
                <a:ea typeface="Microsoft YaHei UI"/>
                <a:cs typeface="Microsoft YaHei UI"/>
              </a:rPr>
              <a:t>前10%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A7829E-9446-49F9-A07C-B7926F11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2895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成绩排名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E16532-F5DD-4EF0-9C0F-4EED4726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57650"/>
            <a:ext cx="2895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学习稳定，不耽误班级工作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CC18D3-DEBC-44E2-AB58-93AC66D0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6AD1DB-41B7-480F-9172-FCF92EB2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525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可靠的执行力、稳定的学习状态和真实的服务经验，是我竞选班长的底气。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E61788F-A18B-4ACC-8590-5BE74B9B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FFBF1A-8586-411C-9A89-067E5B41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B34AF4-0A74-46FB-B429-747081DC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8/14</a:t>
            </a:r>
          </a:p>
        </p:txBody>
      </p:sp>
    </p:spTree>
    <p:extLst>
      <p:ext uri="{BB962C8B-B14F-4D97-AF65-F5344CB8AC3E}">
        <p14:creationId xmlns:p14="http://schemas.microsoft.com/office/powerpoint/2010/main" val="166230833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687007-0BD0-4A4F-A50A-3AE7CCA2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23731-5D81-4D57-BFAC-6A922C52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8FAE4-C4D4-4CC5-804A-6D62DA89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9B886-399F-4369-A303-C76D830D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C308B-3675-41C4-B87D-FB0F1250C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6E439-A7BD-4FBE-B862-EFF014FC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45D52-A322-47BF-8D6F-05375568A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CD91E-5C05-437C-B3E4-13C63986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538B4-25FD-4937-BF5B-FBAE9B91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788CE-862E-4455-998A-F09ACCC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626EF4-32A7-4F97-BD22-8A6691C1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A1BAE-798C-4F1A-A6E6-6471EDF7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B4889-2F60-429B-A8DE-5734F6DD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072C49-DDEC-4C1D-8928-BFEE4E7F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8C0C1-47B5-477E-80B9-D21DD5D9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C44FD-8C99-4E3B-8456-734BDF7E5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92AA4C-BF0F-4E42-B72E-39A23A16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75EDC4-428F-4BC4-9927-F8B59408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A402C4-A037-449A-9A22-B8E7CD3F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EB5FCA-CEB9-4A76-82A9-D3594A9E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VOICE｜同学评价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D84690-09DE-429C-AF68-B8A1FE5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我希望成为值得大家信任的人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A35A0-8929-498A-AC71-BF52392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6ABB50-8CC5-47B0-BD26-72BEC465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53DF2-C643-488B-BD5F-7B17455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0BC004-FF26-42BF-B300-DD39C230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7F58A-4D12-4F7C-AD47-8C169E59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8625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014623-B8B3-45F9-BC81-D1663833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9525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4400" b="0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400" b="0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遇到事情找得到人，提出意见听得到回应，参加活动感受到快乐。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FCD164-18FD-4552-AB2D-60542208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429250"/>
            <a:ext cx="9525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—— 我对班长工作的标准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95D1C6-B701-4296-8A7C-459188F5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C4B36F-79DD-43D9-A0A3-9F84DD6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0CDFAE-801D-4D8A-BE9D-4D311D26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9/14</a:t>
            </a:r>
          </a:p>
        </p:txBody>
      </p:sp>
    </p:spTree>
    <p:extLst>
      <p:ext uri="{BB962C8B-B14F-4D97-AF65-F5344CB8AC3E}">
        <p14:creationId xmlns:p14="http://schemas.microsoft.com/office/powerpoint/2010/main" val="6117539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FA7B0B-90F5-47EB-811B-B46ADCB8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F6463-B2BE-4D16-A8C7-6D6D0B3F9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17F34-ABB1-4E20-8D3A-CC3E5219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52E73-B83E-4A08-B5F1-13392157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42000-BF7B-4160-B6F9-99213B8E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D5C6FD-7B0C-4B8E-9E52-D3F61A2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9FF8BA-799A-40C9-B19B-D72B4DEC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A2254-E99F-4D5C-83FB-F3FD4B94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FE3E6-5281-4504-86F0-437D8BB0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A3934-5F5E-4EE5-936B-2E17D327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0CE35-4C32-43B0-94DD-05CC662B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73918-3EEE-4269-A286-09412D2B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B1CD0C-F66C-4AE9-83F1-E809BA19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8CD7C-A56E-47CD-B5D4-5EB6C77A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93547D-2AFC-43D9-9CF4-77A3E870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434BE3-DA5F-43D4-9FD2-DE465F0B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22A547-006E-4A0C-A693-7E0F139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5215A6-AEF6-4CDE-8E87-6ACA3BC6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8A692D-53F6-4A60-BE72-EBC97204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F5940-A07F-4796-8BE2-9C9E6E9F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044A8C-D550-469F-839E-4B1B0E4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6E0A89-3D30-4C27-9F05-77CA4F6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DFF865-5ACF-40D2-BEF3-185FED6D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97CFF-0C48-4CDA-A574-57312F70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工作计划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1BEED5-BEC7-468B-A700-FA9F4BF6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5B6845-4165-460D-BD23-8FF13E95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从第一周开始，用具体行动兑现竞选承诺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ADEA5-EEB5-416F-A165-965C3180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10F9A6-35AA-4B4F-BE2F-923262A1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222521-261F-452A-BB7D-E199941D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10/14</a:t>
            </a:r>
          </a:p>
        </p:txBody>
      </p:sp>
    </p:spTree>
    <p:extLst>
      <p:ext uri="{BB962C8B-B14F-4D97-AF65-F5344CB8AC3E}">
        <p14:creationId xmlns:p14="http://schemas.microsoft.com/office/powerpoint/2010/main" val="15165962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5C1BA-A042-415F-85FE-6C492199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C3550-9063-46E7-B6E9-35C5CEA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2A45C-79D2-4927-B813-034B28F8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E7B3-C4DA-4E38-9144-D4A2D0FA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A83AFC-6041-4FF2-8A97-7C9F5BA9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2F6272-958F-4313-988F-DB3305B9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5B3EAD-BDD2-4548-A7FF-0532BB17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E1FD90-20C4-47C1-92FC-AB1F8FB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BDB3D-2709-4009-81FB-B6C98B3E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24138-BE10-4D48-A311-B409E0AF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B31510-733D-4DC8-A3FC-0BDCC8A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9632D-48C0-4547-9177-0F110792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2B5E4-C885-4D71-8949-16B5FFAC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3004C-435E-4507-8863-2AF821C4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034702-F216-44BF-858C-9F8A1986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5DFFA-B12E-453D-9CF1-678443E8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0736F-5E48-43E0-9DA5-FB3DD27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72F29C-045F-4CCD-9909-B327C08C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4CEC8-DF7E-49C4-8E0C-9C320D01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ED28C-3D76-4075-8A5B-1939641F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ROADMAP｜行动计划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B4C31-0722-4632-A53D-9FE493FC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当选后的三步走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973CA-0BA5-4FD6-96D0-E315B3E9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64A7D2-C5DA-4E4B-9B9F-6C96147E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A0E3C-EDD2-449D-B687-4AE44E0A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FFF85A-2943-4025-BD87-C1CF5DAA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FCAB2-4C90-45C2-A7BD-B1EA6DB5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45F76-6737-4BE6-B927-2CD246B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第一周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D58FF4-F6EA-43F7-98D6-50CF191E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429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收集意见，完善班级建议清单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091E8-27EE-4F0F-8F57-17F66740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281EC9-8A2B-4989-A121-D5348FC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1AA40B-B9BE-4C79-A7E1-F5BD74D7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第一个月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E95FBD-D863-4753-A509-CD6F3953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组织破冰活动，建立学习小组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8BB326-2096-4B02-888F-744E359E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695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28575">
            <a:solidFill>
              <a:srgbClr val="F3F6F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7D5535-061B-4E12-8860-040776E9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781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593BD9-7397-4E27-AF53-CF5B1AE4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527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这一学期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BC9B7A-8764-43F1-9BF2-36B2F21E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0957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每月活动、每周反馈、持续改进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CD5C94-2FE4-490F-8771-A40BE394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7B6A98-2285-4724-A16A-EDBA6A36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47DD5F-9FCE-4399-BCB6-AC479A6F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11/14</a:t>
            </a:r>
          </a:p>
        </p:txBody>
      </p:sp>
    </p:spTree>
    <p:extLst>
      <p:ext uri="{BB962C8B-B14F-4D97-AF65-F5344CB8AC3E}">
        <p14:creationId xmlns:p14="http://schemas.microsoft.com/office/powerpoint/2010/main" val="123780076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91A49-AC67-4AFA-A3EC-D752B9EE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202D8-0F2C-40A4-9DD8-6BA3DBAB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80E98-E030-4643-8C7E-1FB965A1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333500"/>
            <a:ext cx="4381500" cy="438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6D734-F534-4BC0-BDEB-0F5FEB10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428750" y="495300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E937D-78FC-49DD-B60A-A2B45CF4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5A5E6-1677-47D5-B181-481267E1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6B1F9-CD87-4525-8B15-0FB64459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34982B-8234-4100-A694-7D1BBB96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5CDB4-C19C-409F-8D4E-D6AE83F6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AA388E-9AF5-4A03-8797-6F619A7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EFC81-AA0D-4A0C-95FB-56B33D4F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902B3-2681-4B5D-8F19-85D1E41B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5186A-1DBA-46B7-BECD-AC1F2E1E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3FD27-D2FF-4478-9F1A-18E63C2B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755FE-6C4D-4F6E-AB7D-50B371A5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99D57-358D-4F80-BBDB-1D68373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6582A-E288-431F-B6A6-9282C7C3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2AD2A-108F-4A12-A601-04798944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C7C73D-8662-4017-ACF7-5B8BA469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967405-9E60-48A2-B3CE-1125AA37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B69138-F72F-4217-971E-36EA680B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920215-BA12-4464-9DDD-3B8A81EAE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FD62FE-C960-4A5B-9224-B9E6DF58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28750"/>
            <a:ext cx="1524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0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E1AD12-71F8-4AA2-AD1F-D61C13AB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8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我的承诺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73E7F7-28BD-43EE-BFB4-F4FA0788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529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08F1F2-BBC3-403C-B13F-612DB052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19650"/>
            <a:ext cx="7620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接受监督、及时反馈，让改变真正看得见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FD14BA-5E5A-4A5E-BA98-5CA81512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2D8AF1-F734-4C96-B8B7-9611CC02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8E2B5D-FFFA-462E-B48E-1542C87C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D9E8F5"/>
                </a:solidFill>
                <a:latin typeface="Microsoft YaHei"/>
                <a:ea typeface="Microsoft YaHei"/>
                <a:cs typeface="Microsoft YaHei"/>
              </a:rPr>
              <a:t>12/14</a:t>
            </a:r>
          </a:p>
        </p:txBody>
      </p:sp>
    </p:spTree>
    <p:extLst>
      <p:ext uri="{BB962C8B-B14F-4D97-AF65-F5344CB8AC3E}">
        <p14:creationId xmlns:p14="http://schemas.microsoft.com/office/powerpoint/2010/main" val="54528262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63BFD8-9154-4450-83B5-725654F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23644-DE26-4E84-98E2-B5CDA68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FD2AA-25F6-4A4F-BCEA-648BAFCA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29554-21CF-44CA-9A35-FCE7C847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4B1E6-1B47-4D52-8E6D-8158690C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49434-D10A-4CB9-BF92-A59012A2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42CFC-4194-4DCF-83D3-C7B65C0C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242D5C-A47A-4808-88F4-77FBC800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4504B-E7CB-42A7-8A73-4CA3EB1E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D7EF5-7F2B-4C6E-8921-DAF702E6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D416C-2493-4699-9D22-90061C41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B88FE-0FED-4DAE-AC90-85A5EB68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0A3DD-EC3E-426A-B730-37B2A8E3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624C20-2570-4B11-8422-8086BBEE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58709-37BF-426E-90C6-6FA1CCDC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5260E-8CED-4FFC-9AD3-79EAFED9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CDAB6-7081-42B7-AE49-527F20E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080905-AFA2-4B79-8CD9-4C321ED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36A868-2752-4FFC-840D-B96EA61A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03675-07FE-4A57-AF1E-F52580D7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572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PROMISE｜竞选承诺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5E34A-34D4-4194-A114-F60CAAFC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4300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600" b="1">
                <a:solidFill>
                  <a:srgbClr val="1C2530"/>
                </a:solidFill>
                <a:latin typeface="Microsoft YaHei UI"/>
                <a:ea typeface="Microsoft YaHei UI"/>
                <a:cs typeface="Microsoft YaHei UI"/>
              </a:rPr>
              <a:t>当选之后，改变看得见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4E6B8F-D2E7-45AE-A8ED-8084DEB1C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5C5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E7F9E5-4CBC-496A-9BDF-A9EBF6D4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89F292-0B70-41C9-A289-787B988F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FCEDEE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848F85-EFF2-4180-A166-E7A41DC6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95250" cy="40386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528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C4CCD8-75B6-4E46-B6BA-36B44FD1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1F6FB2"/>
                </a:solidFill>
                <a:latin typeface="Microsoft YaHei"/>
                <a:ea typeface="Microsoft YaHei"/>
                <a:cs typeface="Microsoft YaHei"/>
              </a:rPr>
              <a:t>现在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C6AB9C-E4BE-479C-8E5D-0009C1C1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686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活动组织临时通知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同学意见缺少固定渠道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1C2530"/>
                </a:solidFill>
                <a:latin typeface="Microsoft YaHei"/>
                <a:ea typeface="Microsoft YaHei"/>
                <a:cs typeface="Microsoft YaHei"/>
              </a:rPr>
              <a:t>• 班级事务反馈不够及时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9D8157-DE17-4DF7-A089-A199312E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190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292D0-766C-4B15-9822-75B12A05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4038600"/>
          </a:xfrm>
          <a:prstGeom xmlns:a="http://schemas.openxmlformats.org/drawingml/2006/main" prst="roundRect">
            <a:avLst>
              <a:gd name="adj" fmla="val 1887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F9B5E6-FEA1-4EC7-8581-423DBF85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09800"/>
            <a:ext cx="51435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32CE93-3686-4036-8B37-8369F33D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52700"/>
            <a:ext cx="468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当选后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767B73-A46E-438E-9871-7BF0406D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00400"/>
            <a:ext cx="4686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每月提前公布活动计划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每周固定收集一次意见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重要事务当天给予回应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3FDA16-0465-406E-9C1B-4F750C5D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093B4F-A9CB-417F-8BEF-E7DC5873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895F4E0-8DCB-4D33-B05C-08D9FCEC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13/14</a:t>
            </a:r>
          </a:p>
        </p:txBody>
      </p:sp>
    </p:spTree>
    <p:extLst>
      <p:ext uri="{BB962C8B-B14F-4D97-AF65-F5344CB8AC3E}">
        <p14:creationId xmlns:p14="http://schemas.microsoft.com/office/powerpoint/2010/main" val="162557514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A87D71-F11C-4B58-9B06-3F16F750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445E6-5BB4-4E81-83E5-178D2B61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B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111BF-45E5-4D34-B0CA-05C1B3CF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9E29B-20AF-4A71-845E-BBD7CA3C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5238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E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C8443-7421-4869-97DE-BB2FDADC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"/>
            <a:ext cx="838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F0091-AF74-4941-88C8-6B616FA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  关于我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40053-8382-4B91-B105-61C49C7A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17F8F-3BB3-4D3C-BD4B-3520B75E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二  竞选理念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E5EAEF-F87B-497B-BC59-8839C18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0FA3AB-1181-493F-B38A-84A475B2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  我的优势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E9D98-04D8-4634-A14A-329F02A3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E7424-6426-4CB5-8DA7-D8F9AFFE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  工作计划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972BE-E037-448B-B77B-DD7B8941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"/>
            <a:ext cx="1676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FBEBB7-EEF3-4B27-8BDA-04DB787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6225"/>
            <a:ext cx="95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A4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44F68-8B62-4C67-A54C-85FD457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五  我的承诺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783B8-1104-41D5-8199-3461BB3D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519914-93B8-4D56-BFF9-5B09A8DB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8600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ED74B0-C4DF-40CE-9209-04BA0875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E0C2F-9B7C-45A6-80FF-B933620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812F5B-8D15-43E7-A0CC-908F2123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5" b="1">
                <a:solidFill>
                  <a:srgbClr val="15385B"/>
                </a:solidFill>
                <a:latin typeface="Microsoft YaHei"/>
                <a:ea typeface="Microsoft YaHei"/>
                <a:cs typeface="Microsoft YaHei"/>
              </a:rPr>
              <a:t>高二（3）班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F3400E-DCA6-4426-AE77-35E9C4E0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62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班长竞选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FAEA9-1CE2-47AB-826C-C1D9C2F3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1538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CFF84F-9076-4669-9DDC-C75C40E1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52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4690D4-1916-49E5-8F55-A07B4798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19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45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6462B9-9C31-468E-9CFE-FCEF3B82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00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THANK YOU｜感谢聆听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4641D-BBC1-4E17-A0A3-59D997FF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8763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44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投我一票，我们一起改变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D29E7D-04CD-4003-BB2C-D09757CC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81400"/>
            <a:ext cx="8763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00" b="0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00" b="0">
                <a:solidFill>
                  <a:srgbClr val="D5E0EA"/>
                </a:solidFill>
                <a:latin typeface="Microsoft YaHei"/>
                <a:ea typeface="Microsoft YaHei"/>
                <a:cs typeface="Microsoft YaHei"/>
              </a:rPr>
              <a:t>你的每一票，都是对班级未来的期待。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29DE04-B4F2-44DC-8A88-341D6876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714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99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6B88BA-F7FE-4668-A92C-3BF84716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863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请投 3号 张三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816877-27AC-4179-9226-09F1563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389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67B4FC-3C8B-4DE6-9690-330B91452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高二（3）班  |  候选人：张三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EE3666-2F3B-43A8-9CE8-47987A9D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B677A"/>
                </a:solidFill>
                <a:latin typeface="Microsoft YaHei"/>
                <a:ea typeface="Microsoft YaHei"/>
                <a:cs typeface="Microsoft YaHei"/>
              </a:rPr>
              <a:t>14/14</a:t>
            </a:r>
          </a:p>
        </p:txBody>
      </p:sp>
    </p:spTree>
    <p:extLst>
      <p:ext uri="{BB962C8B-B14F-4D97-AF65-F5344CB8AC3E}">
        <p14:creationId xmlns:p14="http://schemas.microsoft.com/office/powerpoint/2010/main" val="1062483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2026-08-28T05:06:56.8170000Z</dcterms:created>
  <dcterms:modified xsi:type="dcterms:W3CDTF">2026-08-28T05:06:56.8170000Z</dcterms:modified>
</coreProperties>
</file>