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E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1F2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E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753350" y="0"/>
            <a:ext cx="4438650" cy="6858000"/>
          </a:xfrm>
          <a:prstGeom prst="rect">
            <a:avLst/>
          </a:prstGeom>
          <a:solidFill>
            <a:srgbClr val="1F2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239000" y="0"/>
            <a:ext cx="838200" cy="6858000"/>
          </a:xfrm>
          <a:prstGeom prst="rect">
            <a:avLst/>
          </a:prstGeom>
          <a:solidFill>
            <a:srgbClr val="DCC0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2450" y="1047750"/>
            <a:ext cx="3429000" cy="47625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172450" y="1047750"/>
            <a:ext cx="3429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DCC08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819150"/>
            <a:ext cx="1447800" cy="228600"/>
          </a:xfrm>
          <a:prstGeom prst="rect">
            <a:avLst/>
          </a:prstGeom>
          <a:solidFill>
            <a:srgbClr val="A77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857250"/>
            <a:ext cx="1257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9F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9F1"/>
                </a:solidFill>
                <a:latin typeface="Aptos"/>
                <a:ea typeface="Aptos"/>
                <a:cs typeface="Aptos"/>
              </a:rPr>
              <a:t>FINAL SPEECH</a:t>
            </a:r>
            <a:endParaRPr sz="750" b="1">
              <a:solidFill>
                <a:srgbClr val="FFF9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1638300"/>
            <a:ext cx="60007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E22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625" b="1">
                <a:solidFill>
                  <a:srgbClr val="1E22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Jesus is the central figure of Christianity.</a:t>
            </a:r>
            <a:endParaRPr sz="2625" b="1">
              <a:solidFill>
                <a:srgbClr val="1E22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3562350"/>
            <a:ext cx="533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A one-minute introduction to who he is, what he taught, and why he still matters.</a:t>
            </a:r>
            <a:endParaRPr sz="142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5219700"/>
            <a:ext cx="2000250" cy="19050"/>
          </a:xfrm>
          <a:prstGeom prst="rect">
            <a:avLst/>
          </a:prstGeom>
          <a:solidFill>
            <a:srgbClr val="A77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5391150"/>
            <a:ext cx="457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77A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7A2F"/>
                </a:solidFill>
                <a:latin typeface="Aptos"/>
                <a:ea typeface="Aptos"/>
                <a:cs typeface="Aptos"/>
              </a:rPr>
              <a:t>Short, clear, and easy to present without reading.</a:t>
            </a:r>
            <a:endParaRPr sz="975" b="1">
              <a:solidFill>
                <a:srgbClr val="A77A2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496300" y="59817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9F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1">
                <a:solidFill>
                  <a:srgbClr val="FFF9F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Christianity</a:t>
            </a:r>
            <a:endParaRPr sz="1500" b="1">
              <a:solidFill>
                <a:srgbClr val="FFF9F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96300" y="62293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CCFB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CFBF"/>
                </a:solidFill>
                <a:latin typeface="Aptos"/>
                <a:ea typeface="Aptos"/>
                <a:cs typeface="Aptos"/>
              </a:rPr>
              <a:t>A short classroom introduction</a:t>
            </a:r>
            <a:endParaRPr sz="900" b="0">
              <a:solidFill>
                <a:srgbClr val="DCCFB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8CC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6543675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Jesus in One Minute  |  Codex</a:t>
            </a:r>
            <a:endParaRPr sz="67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953750" y="654367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1/4</a:t>
            </a:r>
            <a:endParaRPr sz="67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0" name="图片 19"/>
          <p:cNvPicPr/>
          <p:nvPr/>
        </p:nvPicPr>
        <p:blipFill>
          <a:blip r:embed="rId3"/>
          <a:srcRect b="6950"/>
          <a:stretch>
            <a:fillRect/>
          </a:stretch>
        </p:blipFill>
        <p:spPr>
          <a:xfrm>
            <a:off x="8172450" y="853440"/>
            <a:ext cx="3771900" cy="499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E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1F2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590550"/>
            <a:ext cx="1314450" cy="228600"/>
          </a:xfrm>
          <a:prstGeom prst="rect">
            <a:avLst/>
          </a:prstGeom>
          <a:solidFill>
            <a:srgbClr val="A77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628650"/>
            <a:ext cx="1123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9F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9F1"/>
                </a:solidFill>
                <a:latin typeface="Aptos"/>
                <a:ea typeface="Aptos"/>
                <a:cs typeface="Aptos"/>
              </a:rPr>
              <a:t>WHO HE IS</a:t>
            </a:r>
            <a:endParaRPr sz="750" b="1">
              <a:solidFill>
                <a:srgbClr val="FFF9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0668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E22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250" b="1">
                <a:solidFill>
                  <a:srgbClr val="1E223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Jesus is both a historical person and the heart of Christian faith.</a:t>
            </a:r>
            <a:endParaRPr sz="2250" b="1">
              <a:solidFill>
                <a:srgbClr val="1E223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2133600"/>
            <a:ext cx="5524500" cy="3314700"/>
          </a:xfrm>
          <a:prstGeom prst="rect">
            <a:avLst/>
          </a:prstGeom>
          <a:solidFill>
            <a:srgbClr val="FBF7F0"/>
          </a:solidFill>
          <a:ln w="9525">
            <a:solidFill>
              <a:srgbClr val="D8CCBC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71550" y="2533650"/>
            <a:ext cx="4857750" cy="2286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E22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230"/>
                </a:solidFill>
                <a:latin typeface="Aptos"/>
                <a:ea typeface="Aptos"/>
                <a:cs typeface="Aptos"/>
              </a:rPr>
              <a:t>• He lived in the land of Palestine about two thousand years ago.</a:t>
            </a:r>
            <a:endParaRPr sz="1500" b="0">
              <a:solidFill>
                <a:srgbClr val="1E2230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1E22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230"/>
                </a:solidFill>
                <a:latin typeface="Aptos"/>
                <a:ea typeface="Aptos"/>
                <a:cs typeface="Aptos"/>
              </a:rPr>
              <a:t>• Christians believe he is the Son of God and the Savior.</a:t>
            </a:r>
            <a:endParaRPr sz="1500" b="0">
              <a:solidFill>
                <a:srgbClr val="1E2230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1E22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230"/>
                </a:solidFill>
                <a:latin typeface="Aptos"/>
                <a:ea typeface="Aptos"/>
                <a:cs typeface="Aptos"/>
              </a:rPr>
              <a:t>• His life and teachings are recorded in the New Testament.</a:t>
            </a:r>
            <a:endParaRPr sz="1500" b="0">
              <a:solidFill>
                <a:srgbClr val="1E22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34150" y="2133600"/>
            <a:ext cx="4972050" cy="2171700"/>
          </a:xfrm>
          <a:prstGeom prst="rect">
            <a:avLst/>
          </a:prstGeom>
          <a:solidFill>
            <a:srgbClr val="1F2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77050" y="2457450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CC0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CC08A"/>
                </a:solidFill>
                <a:latin typeface="Aptos"/>
                <a:ea typeface="Aptos"/>
                <a:cs typeface="Aptos"/>
              </a:rPr>
              <a:t>KEY IDEA</a:t>
            </a:r>
            <a:endParaRPr sz="750" b="1">
              <a:solidFill>
                <a:srgbClr val="DCC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77050" y="2857500"/>
            <a:ext cx="400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FF9F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FFF9F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 history he is Jesus of Nazareth; in faith he is Christ, the one sent to save humanity.</a:t>
            </a:r>
            <a:endParaRPr sz="1650" b="0">
              <a:solidFill>
                <a:srgbClr val="FFF9F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4150" y="4476750"/>
            <a:ext cx="4972050" cy="12573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534150" y="4476750"/>
            <a:ext cx="497205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8CCB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8CC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6543675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Jesus in One Minute  |  Codex</a:t>
            </a:r>
            <a:endParaRPr sz="67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953750" y="654367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2/4</a:t>
            </a:r>
            <a:endParaRPr sz="67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7" name="图片 16" descr="R-C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410" y="4305300"/>
            <a:ext cx="5130165" cy="19196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A77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647700"/>
            <a:ext cx="1790700" cy="228600"/>
          </a:xfrm>
          <a:prstGeom prst="rect">
            <a:avLst/>
          </a:prstGeom>
          <a:solidFill>
            <a:srgbClr val="A77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685800"/>
            <a:ext cx="16002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9F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9F1"/>
                </a:solidFill>
                <a:latin typeface="Aptos"/>
                <a:ea typeface="Aptos"/>
                <a:cs typeface="Aptos"/>
              </a:rPr>
              <a:t>WHAT HE TAUGHT</a:t>
            </a:r>
            <a:endParaRPr sz="750" b="1">
              <a:solidFill>
                <a:srgbClr val="FFF9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143000"/>
            <a:ext cx="7810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FF9F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325" b="1">
                <a:solidFill>
                  <a:srgbClr val="FFF9F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message of Jesus can be remembered in three simple words.</a:t>
            </a:r>
            <a:endParaRPr sz="2325" b="1">
              <a:solidFill>
                <a:srgbClr val="FFF9F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2476500"/>
            <a:ext cx="3429000" cy="2362200"/>
          </a:xfrm>
          <a:prstGeom prst="rect">
            <a:avLst/>
          </a:prstGeom>
          <a:solidFill>
            <a:srgbClr val="FBF7F0"/>
          </a:solidFill>
          <a:ln w="19050">
            <a:solidFill>
              <a:srgbClr val="DCC08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476500"/>
            <a:ext cx="3429000" cy="152400"/>
          </a:xfrm>
          <a:prstGeom prst="rect">
            <a:avLst/>
          </a:prstGeom>
          <a:solidFill>
            <a:srgbClr val="A77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876550"/>
            <a:ext cx="2971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A77A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1">
                <a:solidFill>
                  <a:srgbClr val="A77A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Love</a:t>
            </a:r>
            <a:endParaRPr sz="2100" b="1">
              <a:solidFill>
                <a:srgbClr val="A77A2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58140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E22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2230"/>
                </a:solidFill>
                <a:latin typeface="Aptos"/>
                <a:ea typeface="Aptos"/>
                <a:cs typeface="Aptos"/>
              </a:rPr>
              <a:t>Core value</a:t>
            </a:r>
            <a:endParaRPr sz="1125" b="1">
              <a:solidFill>
                <a:srgbClr val="1E22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3924300"/>
            <a:ext cx="2971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Love God and love other people.</a:t>
            </a:r>
            <a:endParaRPr sz="97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381500" y="2476500"/>
            <a:ext cx="3429000" cy="2362200"/>
          </a:xfrm>
          <a:prstGeom prst="rect">
            <a:avLst/>
          </a:prstGeom>
          <a:solidFill>
            <a:srgbClr val="FBF7F0"/>
          </a:solidFill>
          <a:ln w="19050">
            <a:solidFill>
              <a:srgbClr val="DCC08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81500" y="2476500"/>
            <a:ext cx="3429000" cy="152400"/>
          </a:xfrm>
          <a:prstGeom prst="rect">
            <a:avLst/>
          </a:prstGeom>
          <a:solidFill>
            <a:srgbClr val="A77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2876550"/>
            <a:ext cx="2971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A77A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1">
                <a:solidFill>
                  <a:srgbClr val="A77A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Forgiveness</a:t>
            </a:r>
            <a:endParaRPr sz="2100" b="1">
              <a:solidFill>
                <a:srgbClr val="A77A2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10100" y="358140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E22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2230"/>
                </a:solidFill>
                <a:latin typeface="Aptos"/>
                <a:ea typeface="Aptos"/>
                <a:cs typeface="Aptos"/>
              </a:rPr>
              <a:t>How to treat others</a:t>
            </a:r>
            <a:endParaRPr sz="1125" b="1">
              <a:solidFill>
                <a:srgbClr val="1E22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10100" y="3924300"/>
            <a:ext cx="2971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Show mercy instead of hatred.</a:t>
            </a:r>
            <a:endParaRPr sz="97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77200" y="2476500"/>
            <a:ext cx="3429000" cy="2362200"/>
          </a:xfrm>
          <a:prstGeom prst="rect">
            <a:avLst/>
          </a:prstGeom>
          <a:solidFill>
            <a:srgbClr val="FBF7F0"/>
          </a:solidFill>
          <a:ln w="19050">
            <a:solidFill>
              <a:srgbClr val="DCC08A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77200" y="2476500"/>
            <a:ext cx="3429000" cy="152400"/>
          </a:xfrm>
          <a:prstGeom prst="rect">
            <a:avLst/>
          </a:prstGeom>
          <a:solidFill>
            <a:srgbClr val="A77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305800" y="2876550"/>
            <a:ext cx="2971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A77A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100" b="1">
                <a:solidFill>
                  <a:srgbClr val="A77A2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Salvation</a:t>
            </a:r>
            <a:endParaRPr sz="2100" b="1">
              <a:solidFill>
                <a:srgbClr val="A77A2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05800" y="3581400"/>
            <a:ext cx="2971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E22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2230"/>
                </a:solidFill>
                <a:latin typeface="Aptos"/>
                <a:ea typeface="Aptos"/>
                <a:cs typeface="Aptos"/>
              </a:rPr>
              <a:t>Religious meaning</a:t>
            </a:r>
            <a:endParaRPr sz="1125" b="1">
              <a:solidFill>
                <a:srgbClr val="1E22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05800" y="3924300"/>
            <a:ext cx="2971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Christians believe he brings hope and redemption.</a:t>
            </a:r>
            <a:endParaRPr sz="97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5334000"/>
            <a:ext cx="10820400" cy="19050"/>
          </a:xfrm>
          <a:prstGeom prst="rect">
            <a:avLst/>
          </a:prstGeom>
          <a:solidFill>
            <a:srgbClr val="A77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5562600"/>
            <a:ext cx="9334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9F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9F1"/>
                </a:solidFill>
                <a:latin typeface="Aptos"/>
                <a:ea typeface="Aptos"/>
                <a:cs typeface="Aptos"/>
              </a:rPr>
              <a:t>His teaching centers on love, forgiveness, and salvation.</a:t>
            </a:r>
            <a:endParaRPr sz="1350" b="1">
              <a:solidFill>
                <a:srgbClr val="FFF9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8CC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6543675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Jesus in One Minute  |  Codex</a:t>
            </a:r>
            <a:endParaRPr sz="67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953750" y="654367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3/4</a:t>
            </a:r>
            <a:endParaRPr sz="67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E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266700"/>
          </a:xfrm>
          <a:prstGeom prst="rect">
            <a:avLst/>
          </a:prstGeom>
          <a:solidFill>
            <a:srgbClr val="1F2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71600"/>
            <a:ext cx="10820400" cy="3733800"/>
          </a:xfrm>
          <a:prstGeom prst="rect">
            <a:avLst/>
          </a:prstGeom>
          <a:solidFill>
            <a:srgbClr val="1F27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371600"/>
            <a:ext cx="190500" cy="3733800"/>
          </a:xfrm>
          <a:prstGeom prst="rect">
            <a:avLst/>
          </a:prstGeom>
          <a:solidFill>
            <a:srgbClr val="A77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81100" y="18478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CC0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CC08A"/>
                </a:solidFill>
                <a:latin typeface="Aptos"/>
                <a:ea typeface="Aptos"/>
                <a:cs typeface="Aptos"/>
              </a:rPr>
              <a:t>WHY HE MATTERS</a:t>
            </a:r>
            <a:endParaRPr sz="825" b="1">
              <a:solidFill>
                <a:srgbClr val="DCC08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81100" y="2209800"/>
            <a:ext cx="86106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9F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550" b="1">
                <a:solidFill>
                  <a:srgbClr val="FFF9F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Jesus shaped not only a religion, but also world history and culture.</a:t>
            </a:r>
            <a:endParaRPr sz="2550" b="1">
              <a:solidFill>
                <a:srgbClr val="FFF9F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3390900"/>
            <a:ext cx="8667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ECE2D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CE2D3"/>
                </a:solidFill>
                <a:latin typeface="Aptos"/>
                <a:ea typeface="Aptos"/>
                <a:cs typeface="Aptos"/>
              </a:rPr>
              <a:t>Even today, Christianity remains one of the world's most influential religions, and Jesus remains its center.</a:t>
            </a:r>
            <a:endParaRPr sz="1575" b="0">
              <a:solidFill>
                <a:srgbClr val="ECE2D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81100" y="4438650"/>
            <a:ext cx="1409700" cy="323850"/>
          </a:xfrm>
          <a:prstGeom prst="rect">
            <a:avLst/>
          </a:prstGeom>
          <a:solidFill>
            <a:srgbClr val="A77A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14450" y="45148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9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9F1"/>
                </a:solidFill>
                <a:latin typeface="Aptos"/>
                <a:ea typeface="Aptos"/>
                <a:cs typeface="Aptos"/>
              </a:rPr>
              <a:t>Thank you.</a:t>
            </a:r>
            <a:endParaRPr sz="1050" b="1">
              <a:solidFill>
                <a:srgbClr val="FFF9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D8CCB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6543675"/>
            <a:ext cx="3048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Jesus in One Minute  |  Codex</a:t>
            </a:r>
            <a:endParaRPr sz="67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953750" y="654367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6D675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D675E"/>
                </a:solidFill>
                <a:latin typeface="Aptos"/>
                <a:ea typeface="Aptos"/>
                <a:cs typeface="Aptos"/>
              </a:rPr>
              <a:t>4/4</a:t>
            </a:r>
            <a:endParaRPr sz="675" b="0">
              <a:solidFill>
                <a:srgbClr val="6D675E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1224</Words>
  <Application>WPS 演示</Application>
  <PresentationFormat>Converted Presentation</PresentationFormat>
  <Paragraphs>72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Aptos</vt:lpstr>
      <vt:lpstr>Segoe UI</vt:lpstr>
      <vt:lpstr>Times New Roman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张兆丰</cp:lastModifiedBy>
  <cp:revision>1</cp:revision>
  <dcterms:created xsi:type="dcterms:W3CDTF">2026-06-08T10:29:53Z</dcterms:created>
  <dcterms:modified xsi:type="dcterms:W3CDTF">2026-06-08T10:29:53Z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EC0275E1FA99411AA39E362A68E1E646_12</vt:lpwstr>
  </property>
  <property fmtid="{D5CDD505-2E9C-101B-9397-08002B2CF9AE}" pid="3" name="KSOProductBuildVer">
    <vt:lpwstr>2052-12.1.0.23542</vt:lpwstr>
  </property>
</Properties>
</file>