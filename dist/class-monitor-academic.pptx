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c95c03809946ee" /><Relationship Type="http://schemas.openxmlformats.org/officeDocument/2006/relationships/extended-properties" Target="/docProps/app.xml" Id="R337db42f6323439f" /><Relationship Type="http://schemas.openxmlformats.org/officeDocument/2006/relationships/officeDocument" Target="/ppt/presentation.xml" Id="R6cbb69435b204e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fe8e8922434867"/>
  </p:sldMasterIdLst>
  <p:notesMasterIdLst>
    <p:notesMasterId xmlns:r="http://schemas.openxmlformats.org/officeDocument/2006/relationships" r:id="R14a6969678514653"/>
  </p:notesMasterIdLst>
  <p:sldIdLst>
    <p:sldId xmlns:r="http://schemas.openxmlformats.org/officeDocument/2006/relationships" id="256" r:id="R39c61373f06b442a"/>
    <p:sldId xmlns:r="http://schemas.openxmlformats.org/officeDocument/2006/relationships" id="257" r:id="Raae9a8c66f8649aa"/>
    <p:sldId xmlns:r="http://schemas.openxmlformats.org/officeDocument/2006/relationships" id="258" r:id="Rd02177e1dd9b4312"/>
    <p:sldId xmlns:r="http://schemas.openxmlformats.org/officeDocument/2006/relationships" id="259" r:id="R1d0a5f249d9e459e"/>
    <p:sldId xmlns:r="http://schemas.openxmlformats.org/officeDocument/2006/relationships" id="260" r:id="Rfedcc49cd4854a6c"/>
    <p:sldId xmlns:r="http://schemas.openxmlformats.org/officeDocument/2006/relationships" id="261" r:id="R8b3023bf593a409e"/>
    <p:sldId xmlns:r="http://schemas.openxmlformats.org/officeDocument/2006/relationships" id="262" r:id="Rd0e5002ab72040ff"/>
    <p:sldId xmlns:r="http://schemas.openxmlformats.org/officeDocument/2006/relationships" id="263" r:id="R169e1579e7fb4eb5"/>
    <p:sldId xmlns:r="http://schemas.openxmlformats.org/officeDocument/2006/relationships" id="264" r:id="Rb5165e8852d841a5"/>
    <p:sldId xmlns:r="http://schemas.openxmlformats.org/officeDocument/2006/relationships" id="265" r:id="R17a6ca4068e14302"/>
    <p:sldId xmlns:r="http://schemas.openxmlformats.org/officeDocument/2006/relationships" id="266" r:id="R8499f4f53b554902"/>
    <p:sldId xmlns:r="http://schemas.openxmlformats.org/officeDocument/2006/relationships" id="267" r:id="Rab9c2f5223b24881"/>
    <p:sldId xmlns:r="http://schemas.openxmlformats.org/officeDocument/2006/relationships" id="268" r:id="R056e147232d44ec9"/>
    <p:sldId xmlns:r="http://schemas.openxmlformats.org/officeDocument/2006/relationships" id="269" r:id="Rf60a07f1aa3e47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5b22e415844cc1" /><Relationship Type="http://schemas.openxmlformats.org/officeDocument/2006/relationships/slideMaster" Target="/ppt/slideMasters/slideMaster1.xml" Id="Rfdfe8e8922434867" /><Relationship Type="http://schemas.openxmlformats.org/officeDocument/2006/relationships/notesMaster" Target="/ppt/notesMasters/notesMaster1.xml" Id="R14a6969678514653" /><Relationship Type="http://schemas.openxmlformats.org/officeDocument/2006/relationships/presProps" Target="/ppt/presProps.xml" Id="R5c4e61b78de94d40" /><Relationship Type="http://schemas.openxmlformats.org/officeDocument/2006/relationships/tableStyles" Target="/ppt/tableStyles.xml" Id="R0a1399d68ddb4c58" /><Relationship Type="http://schemas.openxmlformats.org/officeDocument/2006/relationships/slide" Target="/ppt/slides/slide1.xml" Id="R39c61373f06b442a" /><Relationship Type="http://schemas.openxmlformats.org/officeDocument/2006/relationships/slide" Target="/ppt/slides/slide2.xml" Id="Raae9a8c66f8649aa" /><Relationship Type="http://schemas.openxmlformats.org/officeDocument/2006/relationships/slide" Target="/ppt/slides/slide3.xml" Id="Rd02177e1dd9b4312" /><Relationship Type="http://schemas.openxmlformats.org/officeDocument/2006/relationships/slide" Target="/ppt/slides/slide4.xml" Id="R1d0a5f249d9e459e" /><Relationship Type="http://schemas.openxmlformats.org/officeDocument/2006/relationships/slide" Target="/ppt/slides/slide5.xml" Id="Rfedcc49cd4854a6c" /><Relationship Type="http://schemas.openxmlformats.org/officeDocument/2006/relationships/slide" Target="/ppt/slides/slide6.xml" Id="R8b3023bf593a409e" /><Relationship Type="http://schemas.openxmlformats.org/officeDocument/2006/relationships/slide" Target="/ppt/slides/slide7.xml" Id="Rd0e5002ab72040ff" /><Relationship Type="http://schemas.openxmlformats.org/officeDocument/2006/relationships/slide" Target="/ppt/slides/slide8.xml" Id="R169e1579e7fb4eb5" /><Relationship Type="http://schemas.openxmlformats.org/officeDocument/2006/relationships/slide" Target="/ppt/slides/slide9.xml" Id="Rb5165e8852d841a5" /><Relationship Type="http://schemas.openxmlformats.org/officeDocument/2006/relationships/slide" Target="/ppt/slides/slide10.xml" Id="R17a6ca4068e14302" /><Relationship Type="http://schemas.openxmlformats.org/officeDocument/2006/relationships/slide" Target="/ppt/slides/slide11.xml" Id="R8499f4f53b554902" /><Relationship Type="http://schemas.openxmlformats.org/officeDocument/2006/relationships/slide" Target="/ppt/slides/slide12.xml" Id="Rab9c2f5223b24881" /><Relationship Type="http://schemas.openxmlformats.org/officeDocument/2006/relationships/slide" Target="/ppt/slides/slide13.xml" Id="R056e147232d44ec9" /><Relationship Type="http://schemas.openxmlformats.org/officeDocument/2006/relationships/slide" Target="/ppt/slides/slide14.xml" Id="Rf60a07f1aa3e47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49ed93195e4a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6f63bc388d4b30" /><Relationship Type="http://schemas.openxmlformats.org/officeDocument/2006/relationships/notesMaster" Target="/ppt/notesMasters/notesMaster1.xml" Id="Raae90dae993d48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686ee9f98546d9" /><Relationship Type="http://schemas.openxmlformats.org/officeDocument/2006/relationships/notesMaster" Target="/ppt/notesMasters/notesMaster1.xml" Id="R43913d31621a49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6d55fe5e8649f8" /><Relationship Type="http://schemas.openxmlformats.org/officeDocument/2006/relationships/notesMaster" Target="/ppt/notesMasters/notesMaster1.xml" Id="Ra376d3c4762f4c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4a5e81663e4370" /><Relationship Type="http://schemas.openxmlformats.org/officeDocument/2006/relationships/notesMaster" Target="/ppt/notesMasters/notesMaster1.xml" Id="Rd7ece475e0bb4d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91291b47304327" /><Relationship Type="http://schemas.openxmlformats.org/officeDocument/2006/relationships/notesMaster" Target="/ppt/notesMasters/notesMaster1.xml" Id="R316206b05a7e47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65943e829943db" /><Relationship Type="http://schemas.openxmlformats.org/officeDocument/2006/relationships/notesMaster" Target="/ppt/notesMasters/notesMaster1.xml" Id="R14140b050be449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c001e4a4a34808" /><Relationship Type="http://schemas.openxmlformats.org/officeDocument/2006/relationships/notesMaster" Target="/ppt/notesMasters/notesMaster1.xml" Id="R4c707a1a9be34c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1254ec21ff48c5" /><Relationship Type="http://schemas.openxmlformats.org/officeDocument/2006/relationships/notesMaster" Target="/ppt/notesMasters/notesMaster1.xml" Id="R89e8f67b0ffa4e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7c2da5a0424222" /><Relationship Type="http://schemas.openxmlformats.org/officeDocument/2006/relationships/notesMaster" Target="/ppt/notesMasters/notesMaster1.xml" Id="R21cb34c1605f41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71f034cb264653" /><Relationship Type="http://schemas.openxmlformats.org/officeDocument/2006/relationships/notesMaster" Target="/ppt/notesMasters/notesMaster1.xml" Id="Rc30687aec82940c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4e29f01d304951" /><Relationship Type="http://schemas.openxmlformats.org/officeDocument/2006/relationships/notesMaster" Target="/ppt/notesMasters/notesMaster1.xml" Id="Rc0d80827e89e47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b64a6408814751" /><Relationship Type="http://schemas.openxmlformats.org/officeDocument/2006/relationships/notesMaster" Target="/ppt/notesMasters/notesMaster1.xml" Id="Rcfcfb5db235f45d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e24fe4b6cb4b84" /><Relationship Type="http://schemas.openxmlformats.org/officeDocument/2006/relationships/notesMaster" Target="/ppt/notesMasters/notesMaster1.xml" Id="R3813dac12af345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fe1cddbdee4504" /><Relationship Type="http://schemas.openxmlformats.org/officeDocument/2006/relationships/notesMaster" Target="/ppt/notesMasters/notesMaster1.xml" Id="Rca8fecc64bf140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da127f302b44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2c7301701e4e0c" /><Relationship Type="http://schemas.openxmlformats.org/officeDocument/2006/relationships/slideLayout" Target="/ppt/slideLayouts/slideLayout1.xml" Id="Re29dbdaca06a4c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9dbdaca06a4c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7d2c90a234b0d" /><Relationship Type="http://schemas.openxmlformats.org/officeDocument/2006/relationships/notesSlide" Target="/ppt/notesSlides/notesSlide1.xml" Id="R88a729f30c6346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67c528e3534b82" /><Relationship Type="http://schemas.openxmlformats.org/officeDocument/2006/relationships/notesSlide" Target="/ppt/notesSlides/notesSlide2.xml" Id="Rfbf7e97c293448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7df1da31f54b68" /><Relationship Type="http://schemas.openxmlformats.org/officeDocument/2006/relationships/notesSlide" Target="/ppt/notesSlides/notesSlide3.xml" Id="Rdb2e5af6b72746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8bb1fb8254b49" /><Relationship Type="http://schemas.openxmlformats.org/officeDocument/2006/relationships/notesSlide" Target="/ppt/notesSlides/notesSlide4.xml" Id="R06829797280c4d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dadd38acc4806" /><Relationship Type="http://schemas.openxmlformats.org/officeDocument/2006/relationships/notesSlide" Target="/ppt/notesSlides/notesSlide5.xml" Id="Rad01b11a39e645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f09c2036a48ab" /><Relationship Type="http://schemas.openxmlformats.org/officeDocument/2006/relationships/notesSlide" Target="/ppt/notesSlides/notesSlide6.xml" Id="Rb904dbe97a0347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8b08708b94ed3" /><Relationship Type="http://schemas.openxmlformats.org/officeDocument/2006/relationships/notesSlide" Target="/ppt/notesSlides/notesSlide7.xml" Id="Rf2b9886b8c004d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07e7e7aae4e46" /><Relationship Type="http://schemas.openxmlformats.org/officeDocument/2006/relationships/notesSlide" Target="/ppt/notesSlides/notesSlide8.xml" Id="Re3edbab6f3474e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5d95ce27f42ac" /><Relationship Type="http://schemas.openxmlformats.org/officeDocument/2006/relationships/notesSlide" Target="/ppt/notesSlides/notesSlide9.xml" Id="Rba9ec78eb02b40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e1a9ac3444945" /><Relationship Type="http://schemas.openxmlformats.org/officeDocument/2006/relationships/notesSlide" Target="/ppt/notesSlides/notesSlide10.xml" Id="R1b97837bc48048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27eae577d4ebc" /><Relationship Type="http://schemas.openxmlformats.org/officeDocument/2006/relationships/notesSlide" Target="/ppt/notesSlides/notesSlide11.xml" Id="Reb65ba8e63784c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d9a94acb234763" /><Relationship Type="http://schemas.openxmlformats.org/officeDocument/2006/relationships/notesSlide" Target="/ppt/notesSlides/notesSlide12.xml" Id="R48aed4cc8637455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971e2fb7743ee" /><Relationship Type="http://schemas.openxmlformats.org/officeDocument/2006/relationships/notesSlide" Target="/ppt/notesSlides/notesSlide13.xml" Id="Rb65d57382d134c3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a5a627e8e4b6f" /><Relationship Type="http://schemas.openxmlformats.org/officeDocument/2006/relationships/notesSlide" Target="/ppt/notesSlides/notesSlide14.xml" Id="R0bc62a39f9704b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4BA49D-2E5E-4FA6-B68D-E87D2688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A1017-8397-4948-A309-870534F6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5FC057-D452-438B-8220-D45F8F9B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238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3E9A0-716E-45AB-822F-9B8DC00F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047750" y="52387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32CF1-09FA-4F2F-BBD9-88D50744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F2851-CFB8-4D45-8595-F5BEF41D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E4FA6-394F-4589-A2B9-F836BF2B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100369-4E23-4D4E-9320-DB019DA4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53000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49BAC-1BFE-4587-B492-53977EB9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047750"/>
            <a:ext cx="4191000" cy="361950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9E8F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8AE09-6FAA-45FA-9267-35A2B630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524000" cy="2667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5A267A-3D90-4936-867F-C4A71CDE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620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竞选演讲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5EDE3E-919A-4A54-845A-50D064DC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905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45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rPr>
              <a:t>让我们一起，把班级变得更好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F3C19C-062C-4374-8815-D2068B9D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班长竞选演讲 · 候选人：张三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35E27C-17FC-4E75-B6C0-BE6BE264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857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D44166-34F6-45E4-97B8-C2E91767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给我一次机会，还你一个更好的班级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ABCDF5-04D6-4048-B053-8C4024DD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715000"/>
            <a:ext cx="438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9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班长竞选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570139-3852-4FB7-9BBE-BA100F63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191250"/>
            <a:ext cx="438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D3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FD3E0"/>
                </a:solidFill>
                <a:latin typeface="Microsoft YaHei"/>
                <a:ea typeface="Microsoft YaHei"/>
                <a:cs typeface="Microsoft YaHei"/>
              </a:rPr>
              <a:t>候选人：张三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19A0BC-C24A-4432-88D7-30044AE0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3BBB77-F8F2-4BFE-9D4A-ABFFBC9F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030E0-EBFF-49C1-AF71-78936CD7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1/14</a:t>
            </a:r>
          </a:p>
        </p:txBody>
      </p:sp>
    </p:spTree>
    <p:extLst>
      <p:ext uri="{BB962C8B-B14F-4D97-AF65-F5344CB8AC3E}">
        <p14:creationId xmlns:p14="http://schemas.microsoft.com/office/powerpoint/2010/main" val="147295794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4795A7-1DC4-4D5A-B5E6-EDC61594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3FA785-360E-42F5-A453-07FA5806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9DABB-62FC-4CEB-9673-3FA78EBA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655538-D174-47B5-9E0D-B478DF61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C6F4D-C118-4097-84C1-1A825F96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D2C038-7348-4CF3-B88F-321B2BBA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04581A-AB54-41AA-9EAB-554CE7B2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6C9AF-F2DC-45AB-B48E-70AFA776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66DA2-76A8-41CC-B10D-500BFF93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3FFCB3-A78A-4654-A8F4-2774571D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BBBEE-5DC8-4408-90AB-BE259533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4547A1-350D-4C4D-BBB6-BF20D074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519BC-AA94-4506-BD58-0AFFB68F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170267-2647-489C-9013-117ABFF8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1A862B-0E73-46FF-BDF1-39D3602B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928DE9-E95D-42C7-B488-EC771648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BF36A-C445-4A31-BC70-9475CD73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BED8A-2748-4208-B835-60A90428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388BC2-329C-46B0-A524-B894F2A8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1EBD8A-B019-4C44-B1A9-A506B337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57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CONTENTS｜竞选内容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15D5B2-B317-495E-BE6E-EB8C4B1C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rPr>
              <a:t>五个部分，认识一个认真负责的候选人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271D8D-DE30-4020-BF55-B1760D9F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5C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944988-6E08-44A8-A57B-0F147F39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047750" y="52387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D7AE0B-6E19-439F-AA4E-FBEE62B7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514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FCA731-EDB6-4FC0-AD1B-4869D585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76200" cy="838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897575-1D60-46EA-8C8F-5B0F78F6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27DB15-D1AA-419A-94CE-B56AD515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5E4362-8272-4F24-909A-B34BEE8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400300"/>
            <a:ext cx="407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关于我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2AC2DF-912D-49B4-8F7C-0D9F117B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62250"/>
            <a:ext cx="407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我是谁，我做过什么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AF5C61-E268-4228-8779-3CC04F49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4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9D3D6F-E108-40F4-A290-ACA76079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76200" cy="838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C528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2E6563-277E-4ABC-AC80-1371E558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574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28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177841-B821-4F20-BF7B-9D918BDE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574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8FDB21-E86A-40B0-B93A-80AF69A6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00300"/>
            <a:ext cx="407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竞选理念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B4B116-FFCC-45BD-82BD-B6296662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62250"/>
            <a:ext cx="407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我想把班级带向哪里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1CE25E-727E-42E1-AE40-8677F61C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514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7F7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542288-D280-4071-8680-D3420D73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6200" cy="838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0A6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7925B7-55ED-4C7B-91BA-F25A6E65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A60496-F611-4EC2-AFB2-DD5D532F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C6427D-45A6-4FC8-A1AE-C095EF3D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90900"/>
            <a:ext cx="407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我的优势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78236C-D01E-44D5-87E6-E213C12B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52850"/>
            <a:ext cx="407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为什么我能胜任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8D1272-D8E9-4BD3-849F-0A65B2E9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38500"/>
            <a:ext cx="514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A8EE8F-ECA0-4E69-A49B-89BD51C7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38500"/>
            <a:ext cx="76200" cy="838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D531F9-8DE8-44FE-B72E-F53E5F27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48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D6BD165-F96C-41C8-B7BE-C5A2ADF5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480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07F077-CE96-4189-8510-985C5823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07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工作计划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32AC30-BDCD-4CF0-B14D-496CA091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52850"/>
            <a:ext cx="407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当选后我打算怎么做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9B2AD5-E367-42C9-A97E-FCBB3392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514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60D9832-A2C2-43B6-A19A-6D256E47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76200" cy="838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A8F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31D9AD-901D-47F7-A8BD-944DA97C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3F091EC-E537-410A-9529-2BDB22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70FA8E-36E6-4257-B8B4-E9CEC90D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381500"/>
            <a:ext cx="407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我的承诺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3858684-1421-4DED-906E-59005D29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43450"/>
            <a:ext cx="407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我会如何接受大家监督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B8E02A-4423-46C4-918A-047271C1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68E83E2-9F6F-4F6C-BDAA-7187086C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1410928-D230-4566-8CEF-6661D0DA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2/14</a:t>
            </a:r>
          </a:p>
        </p:txBody>
      </p:sp>
    </p:spTree>
    <p:extLst>
      <p:ext uri="{BB962C8B-B14F-4D97-AF65-F5344CB8AC3E}">
        <p14:creationId xmlns:p14="http://schemas.microsoft.com/office/powerpoint/2010/main" val="5641085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D889E9-C113-48A2-A8A0-08D11744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66C32-02CB-4593-998B-A3FE3E1C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4BC7E1-99AF-4A72-855B-D9896800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-1333500"/>
            <a:ext cx="4381500" cy="438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501F57-7ECA-46F3-8744-98E1948A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428750" y="495300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B94AEB-BD65-4CF4-BECD-9607C5C1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419B9B-FB63-40F3-B8CA-0A5D7F28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49F5D-A382-4AE8-8681-EC638A35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80B53-0949-4C8C-91AC-BBE364EE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6384A7-A482-4B36-9C08-C8A94569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849108-F283-41CF-810B-4DA03390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97D424-A5E0-407E-9E3A-0A619F1A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15BE44-C562-4EBD-AE5B-02981FB6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392964-47B0-4021-BE87-F1B31E35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638D86-D0EE-4B05-A996-0F70D87E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511176-1F7C-43AC-9CBD-82195A40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6E6B5A-AA76-4745-B352-EE3C4F56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0C92B5-C97D-42D8-8C52-12A8977D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0861BF-B609-4D8E-BBFD-68C95F0B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67AB21-400B-41E2-BD27-7FA36656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348D63-E117-406D-A4AE-A4011955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1D364D-E533-4385-98FB-EBED8CE9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83D6CA-2D73-4176-9620-CDD8B6E4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DD1C13-59A6-4D9C-B3FA-31DFE1D4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F9408E-5B81-4716-B53E-876E30D0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29000"/>
            <a:ext cx="876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关于我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AB097F-6772-4978-9560-C66AC957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5295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008A7-96B0-444F-A37E-BA836482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19650"/>
            <a:ext cx="7620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一个普通同学，但有一颗想为大家服务的心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9119DE-B58B-4346-B915-A5378564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3F1BA3-12F5-4F55-A35B-47112E1C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2ECA9-F061-49FC-A130-3AABE5D7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3/14</a:t>
            </a:r>
          </a:p>
        </p:txBody>
      </p:sp>
    </p:spTree>
    <p:extLst>
      <p:ext uri="{BB962C8B-B14F-4D97-AF65-F5344CB8AC3E}">
        <p14:creationId xmlns:p14="http://schemas.microsoft.com/office/powerpoint/2010/main" val="89252047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A5506D-22B5-45C1-BEC5-9C5BBD69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D7D1F-1777-4D8A-838F-1E38AD9E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60394-702C-4DC1-93C5-489224EE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047BB2-F581-475C-8C73-A641F4FA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AC41C-915A-470E-831B-49A821B9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A5DA30-4B1F-458F-9D43-8B57D6A5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1AAEB2-83CB-4C59-81BA-A4514EC4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19CB56-F435-4AC2-8959-8330F51E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91149-30CD-4A09-A442-754A659B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C8316-9722-4F9E-8E04-1E02F30C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365978-684B-425A-81E1-F0F63E04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239869-8B68-44C2-A0EC-7B2B514F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E47B1-4135-4956-8691-C664AFBF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077A87-AF5B-4F03-BF58-C047C7EE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FB4ACB-839F-4782-8450-10E02AA6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4C331-5972-419C-8FE2-1F2F7CAC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295A45-01B3-4246-BB02-E8BF8804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115B9-B5EF-46CA-AB92-1AD16CEE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DD7BB-8C11-480E-8755-6655778C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D338F5-25B9-4FBE-90C6-6567D2D2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57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ABOUT ME｜自我介绍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3215DD-83B3-4EC6-895E-5D589A28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rPr>
              <a:t>我是张三，一个愿意为大家跑腿的候选人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3F9614-E4BA-46C3-B47A-6A546580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5C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BC648A-DC49-4251-B4C4-FC916388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047750" y="52387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66C8A6-7E46-48E2-8D48-DCCA603F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5524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D8DFDA-F2C7-4B47-994E-D6BF271E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95250" cy="3429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EA9EFD-5305-48FD-B1DA-8D31C14E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527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高二（3）班学生，担任过一年学习委员</a:t>
            </a:r>
          </a:p>
          <a:p xmlns:a="http://schemas.openxmlformats.org/drawingml/2006/main">
            <a:pPr algn="l">
              <a:defRPr sz="165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组织过班级读书会、运动会方阵等活动</a:t>
            </a:r>
          </a:p>
          <a:p xmlns:a="http://schemas.openxmlformats.org/drawingml/2006/main">
            <a:pPr algn="l">
              <a:defRPr sz="165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成绩稳定在班级前10%，能兼顾学习和工作</a:t>
            </a:r>
          </a:p>
          <a:p xmlns:a="http://schemas.openxmlformats.org/drawingml/2006/main">
            <a:pPr algn="l">
              <a:defRPr sz="165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性格开朗，乐于倾听，和同学们关系融洽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254263-759E-4A75-B195-4419E2F3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09800"/>
            <a:ext cx="49720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DCE8C3-6CF8-4B13-98DB-06C9F456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527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99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9900"/>
                </a:solidFill>
                <a:latin typeface="Microsoft YaHei"/>
                <a:ea typeface="Microsoft YaHei"/>
                <a:cs typeface="Microsoft YaHei"/>
              </a:rPr>
              <a:t>我的理解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9D05A2-6633-4FA8-9948-26B13C08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952750"/>
            <a:ext cx="4191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80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班长不是官，而是主动发现问题、帮助大家解决问题的人。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43E917-FC27-4E34-A444-C4BACE70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86300"/>
            <a:ext cx="49720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BE91BA-3F0E-43CB-BDBC-F4C923CF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50F7A5-3AE0-44FE-A932-182782FE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F0D005-5720-4A29-AA78-88F8AC55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4/14</a:t>
            </a:r>
          </a:p>
        </p:txBody>
      </p:sp>
    </p:spTree>
    <p:extLst>
      <p:ext uri="{BB962C8B-B14F-4D97-AF65-F5344CB8AC3E}">
        <p14:creationId xmlns:p14="http://schemas.microsoft.com/office/powerpoint/2010/main" val="168658671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544B17-EE4F-41BF-B9FB-C63582A7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02249-6141-476B-B07D-FD2279C9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3F03D-6196-4F96-8467-7E988939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-1333500"/>
            <a:ext cx="4381500" cy="438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991B2-CB7C-47F3-B5BE-7EBEB30A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428750" y="495300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FB5B9-573E-4418-ADE9-B946DC47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00237-DB35-400A-919F-11E71EB2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55E9C9-806D-4AF1-9E69-07468017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6249A-A0DA-4F98-9948-1CCA88B2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D09E03-857F-4ABB-9AD3-75FA572A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541A70-16AD-46CA-BE67-6CBEDF75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BDD5B4-63D2-48DD-A049-80B0A941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235A99-510D-4DA3-A381-6DAE0DE0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E2E35-91ED-4787-9ABA-2AA69917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8A3F5F-1BBF-4D68-95D3-B187F241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10992-995F-4E9C-833D-504EF41D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4E5661-A4A2-419F-AD6A-CE1A1451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D01CF3-11B2-4AB5-86EB-1A34086B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5D6CFA-4042-4D6B-8C78-B776CC9B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175343-C69C-481D-877F-90EE3113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3F2E4F-15A8-422E-BA60-9A560AE0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FADFA2-6FE6-41DB-828A-D76F5E02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136DDC-E3E4-4E13-836D-5B64BFF6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6B64BB-0F98-4046-B9C2-AE758C1F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5C57CF-0B10-413E-8BD9-A29BCC56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29000"/>
            <a:ext cx="876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竞选理念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C6188E-E126-43EF-B73B-BDC9826C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5295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5C6233-765D-44EA-A9FB-D82CB130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19650"/>
            <a:ext cx="7620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让每位同学被看见，让每件事情有回应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67C1BF-66E9-421E-A059-40C55673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FB6ED4-B503-4368-8957-39176A02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D3B7EA-306B-4CC4-927D-3732574C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5/14</a:t>
            </a:r>
          </a:p>
        </p:txBody>
      </p:sp>
    </p:spTree>
    <p:extLst>
      <p:ext uri="{BB962C8B-B14F-4D97-AF65-F5344CB8AC3E}">
        <p14:creationId xmlns:p14="http://schemas.microsoft.com/office/powerpoint/2010/main" val="16640601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A29EA4-6339-44BD-98C4-EC4A2C42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C69A6-4BD9-44D2-A093-E97ABEF9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54476-B32D-423F-B041-E26F5C6F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BF4C3-3475-46D7-8A88-4C841842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A3945-2609-4C7B-916B-31738E67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D39F9-F09B-4B2F-AC68-E5E1C26C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40021D-1D85-4CF3-ABA3-C1B3CECF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4C40A8-B06E-455B-9FAB-78B4A4E7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94FC6-6A2B-4568-9A28-52D7C248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CC683-A3C5-4EC5-B0AE-A310125C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95019-3D8F-48D0-93FC-054535C8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D2C768-CA9A-4EE6-8512-CF9FE565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26E4C-B771-40F4-B725-D63B1C51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BDA501-50F5-4171-8E6D-86464500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25176-EB90-406A-AB50-81144A87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E1E499-CCA8-43F6-B34F-8EB3B58F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7A2CC-608E-4B23-B974-BBE4B192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B7FAE-4C27-4103-9A9C-46395D4D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5EAC1E-B2DE-4F87-AA42-1FB2F850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46F9A8-D081-493D-8B1E-F07C6940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57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VISION｜竞选理念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286686-06EE-445E-97B4-9702C696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rPr>
              <a:t>我想从学习和生活两方面改善班级体验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C0C5BC-A64A-4B13-B8A8-D37AA323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5C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83DDA1-A15F-43E5-907A-C89F4890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047750" y="52387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7B9E21-B53A-4CFE-B233-47987E33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51435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F54F6E-BE44-48FD-B284-B411942E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95250" cy="3810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145ADE-BB24-4BBC-B243-23E9E60F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4610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学习共同体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727D7F-D214-4E38-8E74-856ACCED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86100"/>
            <a:ext cx="46101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组织学习小组，互帮互助</a:t>
            </a:r>
          </a:p>
          <a:p xmlns:a="http://schemas.openxmlformats.org/drawingml/2006/main">
            <a:pPr algn="l">
              <a:def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建立错题共享，提高效率</a:t>
            </a:r>
          </a:p>
          <a:p xmlns:a="http://schemas.openxmlformats.org/drawingml/2006/main">
            <a:pPr algn="l">
              <a:def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及时和老师沟通学习情况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0D0F95-7CE9-4B98-9107-147DB84F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09800"/>
            <a:ext cx="51435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7E97E5-6D7F-47C5-8195-2542FCC1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09800"/>
            <a:ext cx="95250" cy="3810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528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BE9C4F-3EF1-4799-BBAD-3021B6F4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52700"/>
            <a:ext cx="4610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温暖班集体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974961-5FC5-4F94-A7F9-9877EC9B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46101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让每个同学都被听见</a:t>
            </a:r>
          </a:p>
          <a:p xmlns:a="http://schemas.openxmlformats.org/drawingml/2006/main">
            <a:pPr algn="l">
              <a:def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认真办好每一次班级活动</a:t>
            </a:r>
          </a:p>
          <a:p xmlns:a="http://schemas.openxmlformats.org/drawingml/2006/main">
            <a:pPr algn="l">
              <a:def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营造友爱、包容、有活力的氛围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EE0D12-EE5B-46AD-BB9C-9E2BF149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DA1E60-227E-407D-8C4E-04F8C309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EF4BEF-EDE9-43A7-8152-F908F1C9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6/14</a:t>
            </a:r>
          </a:p>
        </p:txBody>
      </p:sp>
    </p:spTree>
    <p:extLst>
      <p:ext uri="{BB962C8B-B14F-4D97-AF65-F5344CB8AC3E}">
        <p14:creationId xmlns:p14="http://schemas.microsoft.com/office/powerpoint/2010/main" val="35490004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455461-3039-499A-9023-CC9DCC8B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DB5E6-11DD-41B7-9650-5E2F535B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A414BA-A751-4BF8-BFCE-A58C487D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-1333500"/>
            <a:ext cx="4381500" cy="438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AFEC2-0F0B-44EF-81D3-D32AFCC0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428750" y="495300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4DAB0-2766-41D8-9E52-A04D0251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9A25B5-AC94-428A-A312-EDFCDD50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1446C-4A37-41D4-B701-50BD01EE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E4C62-B052-4E56-A755-1ACCB2F4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518C51-A323-45AE-8625-A4305EEE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E09AEF-63A4-4524-9F46-118A0A6E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BCA1A-6DD8-42F1-9C25-FA1C35A75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EE25F0-05FB-4B84-8205-5BFB67B7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09FDBF-E7BC-489A-A8AD-99A56BDA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F1E1AF-C5E5-49DC-970E-41F968E9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118A6-F969-4784-AA03-85EF574F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BBBADB-8F80-4383-A4F3-525FE980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ABE02B-9DAE-4E12-AE9A-A8DAB41B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00929E-1220-48B1-A037-D1540879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284A1-B80B-4F66-AC9B-28F3D5F2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CAD71A-E495-4FED-9EC0-83DB8BD0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D4BFDC-4FAB-4FB0-A2BB-43AEA2D6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A9E68F-CE56-49C5-934F-C7AD1C11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C48C4D-7150-4ABC-A060-37A46A18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DCCA3D-9D54-4A6D-8D9F-BFFAA99E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29000"/>
            <a:ext cx="876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我的优势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20AE00-865A-4692-8E04-225A269D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5295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721114-C829-437F-8396-37D712A5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19650"/>
            <a:ext cx="7620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有经验、有热情，也有把想法落地的方法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90DA26-B4CA-4EC7-86B0-B0AE34BC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501CE0-7C76-4159-AF3D-0064D955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070122-0E94-4406-ABBE-4F777F45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7/14</a:t>
            </a:r>
          </a:p>
        </p:txBody>
      </p:sp>
    </p:spTree>
    <p:extLst>
      <p:ext uri="{BB962C8B-B14F-4D97-AF65-F5344CB8AC3E}">
        <p14:creationId xmlns:p14="http://schemas.microsoft.com/office/powerpoint/2010/main" val="200776707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975277-767A-4D77-8399-538E119A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1E22FF-9DC2-431C-9D3D-E5D41E3B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B65F04-6108-4CD5-A65C-BA62B7ED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-1143000"/>
            <a:ext cx="400050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48445-F857-45E6-BA55-FB6299C9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143000" y="533400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87091-E0B2-480A-BC1B-F93BFFED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7F1FA-7C73-4E52-A5F4-ED1167CB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E3F782-6479-4584-A40D-0C660939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FCA6AA-BEE5-4489-9122-5D850985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911A2C-DA09-4C31-85F2-39839B4E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6EC759-ADE6-484F-A168-EB8DAE17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4745D5-D660-4581-8787-CB6F50B8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A4DC0-7C1A-41FE-B740-8783AE8C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A0497-4971-493F-9B79-AC68F445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87F714-637C-4AFB-B373-AA1733C2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354458-5900-4A31-A7B7-9BBE6ECB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40B971-EB73-46DD-919A-0DFEC218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9C7071-EEDD-4A65-9EB1-E6D62126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F1F14E-E993-45AC-BB32-6C52155C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665149-9CB3-47D4-8D35-5173523C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2D964F-7D75-4B85-8812-16180F26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116E49-9CAD-4AFA-85E3-EE2BF84A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519F03-ABDC-4FA6-ADCE-EDE007ED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3B2254-68C1-4DAA-95CE-A8750086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57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STRENGTHS｜核心优势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9F4513-0144-497B-8DD8-02C20A0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三个数字，说明我为什么能胜任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442E7D-D655-478D-A891-1C4B6D43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5C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504EA2-A7A8-4110-9842-C69536F6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4290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BF26E7-96EA-4AF9-A60E-82B7F8F4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4290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EF5E71-119F-4867-B20E-CC3EE785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95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6FB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000" b="1">
                <a:solidFill>
                  <a:srgbClr val="1F6FB2"/>
                </a:solidFill>
                <a:latin typeface="Microsoft YaHei UI"/>
                <a:ea typeface="Microsoft YaHei UI"/>
                <a:cs typeface="Microsoft YaHei UI"/>
              </a:rPr>
              <a:t>1年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5283D8-7063-43F4-A16A-12825D32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8550"/>
            <a:ext cx="289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班委经验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D7F51A-9F79-444A-95F3-0DE51EC7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895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担任学习委员，熟悉班级事务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76E4C4-94B7-49A1-B182-57817907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34290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E6ADB1-657C-4315-A395-630A83E2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34290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427A72-B8C9-435A-9352-04CBB723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76550"/>
            <a:ext cx="2895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6FB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000" b="1">
                <a:solidFill>
                  <a:srgbClr val="1F6FB2"/>
                </a:solidFill>
                <a:latin typeface="Microsoft YaHei UI"/>
                <a:ea typeface="Microsoft YaHei UI"/>
                <a:cs typeface="Microsoft YaHei UI"/>
              </a:rPr>
              <a:t>10+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2CC4EC-C726-46D7-9112-ACF044A8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638550"/>
            <a:ext cx="289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组织活动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043426-D18E-4CD9-AABC-C61D0578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57650"/>
            <a:ext cx="2895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策划并执行过十余次班级活动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1FAC23-529B-4DDF-A281-B0E12E35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81250"/>
            <a:ext cx="34290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2950BB-BE11-474F-9A18-AA0F7538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81250"/>
            <a:ext cx="34290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CFFE23-AB66-4A40-A3AD-4F9518D9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76550"/>
            <a:ext cx="2895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6FB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000" b="1">
                <a:solidFill>
                  <a:srgbClr val="1F6FB2"/>
                </a:solidFill>
                <a:latin typeface="Microsoft YaHei UI"/>
                <a:ea typeface="Microsoft YaHei UI"/>
                <a:cs typeface="Microsoft YaHei UI"/>
              </a:rPr>
              <a:t>前10%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4E883D-1708-492D-A81A-862DF0F7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38550"/>
            <a:ext cx="289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成绩排名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C761A0-65A8-4A49-8EF9-8E17F88E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57650"/>
            <a:ext cx="2895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学习稳定，不耽误班级工作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218B10-04B7-4B3E-9D1F-37DA9F21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3D510B-2258-47D6-8AD5-589C7534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952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可靠的执行力、稳定的学习状态和真实的服务经验，是我竞选班长的底气。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271890-ADA3-41BE-A570-AFF7C30C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9E1A32-F31A-4945-8C44-2E844F49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A968A4-47E6-4CAC-A23E-08CFFF06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8/14</a:t>
            </a:r>
          </a:p>
        </p:txBody>
      </p:sp>
    </p:spTree>
    <p:extLst>
      <p:ext uri="{BB962C8B-B14F-4D97-AF65-F5344CB8AC3E}">
        <p14:creationId xmlns:p14="http://schemas.microsoft.com/office/powerpoint/2010/main" val="47440913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E3F5A3-1E6E-43B8-B9E5-EE589014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E9D8D5-DA38-417A-8257-44A3B63E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EFF7F6-A001-4D92-ACAC-CE996B6D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46B85-E426-4999-85BF-A2167604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C3BA1-63BD-4EEF-A43F-A9473BC8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FD8C5C-FBE2-455F-B097-7B78CF7C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8209A-E364-4BDA-8AB4-5F3F195C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289C14-28E9-4521-A44D-8EDE87AD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46E75-2CA1-4455-8AA5-AD8D7C59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10F804-35CF-4C27-8B07-5D964531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49D9C-F329-45EE-B3F9-55FD52A3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E179BA-EE69-4D66-B97D-AE23EDC1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6E87EC-CAF5-4417-AB43-7A4B467F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60196D-B294-456A-B3E7-78C83DD0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F98D2-BC54-4D28-B800-EABE922C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51C3BB-A8C3-462A-9130-C7702633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F4A60F-F288-4E2F-A7B7-703A7792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241EEF-7A17-44E4-98D0-5E15647D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026F42-EAEF-49F8-9D82-27D6E73D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743F66-C9C3-4D6F-9E7E-F59C1BA5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57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VOICE｜同学评价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06E886-1628-4CE1-8DCC-11C1C567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rPr>
              <a:t>我希望成为值得大家信任的人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991CAF-0317-4DDE-9BB9-A789605D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5C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E3D4E9-1FC5-45A7-95EC-55E2E93E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238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714064-08CF-47C3-9F43-80AB472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8204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032D57-6843-49BB-B950-1D186CF8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524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DCAA6F-526A-4008-B2E7-29FC8503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286250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F672D9-06E9-4C43-8FAF-F20A677C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2750"/>
            <a:ext cx="9525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000" b="0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000" b="0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rPr>
              <a:t>遇到事情找得到人，提出意见听得到回应，参加活动感受到快乐。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583C92-58CE-4B37-B7BE-A4E55F14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2925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—— 我对班长工作的标准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C7F031-FD1F-4198-B7FF-ECE93024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4824AA-0BE0-489E-A95F-95C3426A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F93E19-35A9-4F2C-AD5D-EB8152D8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9/14</a:t>
            </a:r>
          </a:p>
        </p:txBody>
      </p:sp>
    </p:spTree>
    <p:extLst>
      <p:ext uri="{BB962C8B-B14F-4D97-AF65-F5344CB8AC3E}">
        <p14:creationId xmlns:p14="http://schemas.microsoft.com/office/powerpoint/2010/main" val="11553940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7229C6-800F-4015-871B-29516325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145D59-064A-480C-9A42-1900CFCE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431FAA-BAD5-4CC7-BA44-65E267A6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-1333500"/>
            <a:ext cx="4381500" cy="438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76BEC-1039-4553-ABCC-036EF4A6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428750" y="495300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0CD25-6308-44E0-B37C-238C6411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86391-571A-45C2-B2A8-A7A76FA6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5F034C-9162-42A9-BC9C-616FF632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44ED59-CD4D-47C8-BE57-5EA7EF85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4B613-1AAA-488D-A2AD-6AADA211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424DE-CAD0-4609-8CD4-11A150D4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E9095-F175-4F31-87AF-E55164D1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C6F9CB-7C81-460C-AFB0-AAAAB557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902E0F-85B2-4858-8BDA-B538037C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3DE3EB-E71A-452D-89D9-CC2D3A45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86D292-FA1F-4171-9F0D-C7E80BC3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6EB8EB-B4B6-49F0-A163-3E0CC884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E15270-A617-40D8-8C1E-A47B244D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14C7D2-2C07-47E7-BCED-91DF8272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010C38-8C1C-4B6F-884E-CD08B937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61666-51E5-4B4B-BB4D-7FA4F0D6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8A0FEB-D799-4260-B633-1168BB2C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8D7C01-B54E-4F43-892E-514E7E6B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1F3A3A-4ED1-4EE6-A485-08038503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6F2084-E914-4AD7-920F-D6702AF0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29000"/>
            <a:ext cx="876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工作计划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4BC33E-D4D9-4F86-ABB4-DD06A321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5295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C39C3F-2E26-4DC8-BC3E-25C77E61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19650"/>
            <a:ext cx="7620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从第一周开始，用具体行动兑现竞选承诺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57F507-166D-4BB6-BFD8-02610807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85CF2C-1952-4810-B4A2-3CD77715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9C0D94-5930-49DF-A6AA-BE07F0FE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10/14</a:t>
            </a:r>
          </a:p>
        </p:txBody>
      </p:sp>
    </p:spTree>
    <p:extLst>
      <p:ext uri="{BB962C8B-B14F-4D97-AF65-F5344CB8AC3E}">
        <p14:creationId xmlns:p14="http://schemas.microsoft.com/office/powerpoint/2010/main" val="66740366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6918BC-D8D2-45A2-BA7E-79C78330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69E0B-0A61-4DC9-927D-FE9D8988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ECD144-50F5-4D4C-B5BA-43D11406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5166C-D1DD-4DCA-8EBF-C886E5B4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CCC0F-0B78-4809-8043-C3D3700F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6CD111-1F16-4EFB-80BB-70936F6F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4F680D-1968-46E8-91E1-89C2D6E9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BF2EF-6B3F-4B4D-BC34-D4EC6C58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FF2BE-A037-4654-B4F5-08BD712C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A210D-83FA-457A-849A-3F7CFFAD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E7D83-8468-48D5-BF55-375C21F7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47768-DE94-4DFF-8448-86FB3149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838AE-7455-4C2B-BF93-96B2B94D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54A80-A7B8-45B0-8243-25541E22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D96CDF-7BB8-45BC-A409-8AF6E17D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BA610D-4E70-4BEA-9D27-5485290E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D32E90-6E5A-41E3-BF4E-0E5316E4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637B61-6C28-46B0-A2F2-A3DE9D700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9C1C7C-1DA5-4D1B-85E9-E0B4AF3B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E5CEEC-E1C2-4DFD-B840-DF982D2D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57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ROADMAP｜行动计划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B902F6-7928-4A6E-BA13-D377DC02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rPr>
              <a:t>当选后的三步走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0E00C7-A559-4626-B95E-DE37F328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5C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55DC54-40D0-4A3F-AF30-B8655E7A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047750" y="52387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502582-A818-4064-8219-562EFA7B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956178-41A3-47C2-99F8-7F3F1D8F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28575">
            <a:solidFill>
              <a:srgbClr val="F3F6F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B46CCA-A17F-4F79-AD09-ECF5CF6E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81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720207-7D68-4D13-A9C1-804774C6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42950" y="2952750"/>
            <a:ext cx="285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第一周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AD88C1-AC62-4F48-8BBC-C2210D58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42950" y="4095750"/>
            <a:ext cx="2857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收集意见，完善班级建议清单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7AAA99-8475-41DF-8922-39CC8C60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28575">
            <a:solidFill>
              <a:srgbClr val="F3F6F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146F87-3458-41CA-ABEF-0134D8AA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81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33C744-2AD2-414C-BF0F-FAF2B227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52750"/>
            <a:ext cx="285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第一个月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4FD414-43B5-4FD6-B591-0891C521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2857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组织破冰活动，建立学习小组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49915E-FABD-4242-8C98-78320276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3695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28575">
            <a:solidFill>
              <a:srgbClr val="F3F6F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A0CC88-3EB1-49F4-8117-C0390669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781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2877F5-733F-4D2E-BCC5-DE4A260D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952750"/>
            <a:ext cx="285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这一学期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5C3A2A-E8C7-4C9F-A76A-E1F01AD4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095750"/>
            <a:ext cx="2857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每月活动、每周反馈、持续改进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395DDB-4081-4D27-B70B-7FBD7807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511F04-9E8A-44B6-8FC1-972E6103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9EEB66-FB76-46B5-A273-C1F50018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11/14</a:t>
            </a:r>
          </a:p>
        </p:txBody>
      </p:sp>
    </p:spTree>
    <p:extLst>
      <p:ext uri="{BB962C8B-B14F-4D97-AF65-F5344CB8AC3E}">
        <p14:creationId xmlns:p14="http://schemas.microsoft.com/office/powerpoint/2010/main" val="109358214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CE0313-D411-49AB-8997-F68051D9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90104F-60CE-4389-86EA-78805D6D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28942-9220-4D27-8AB1-33D68E7E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-1333500"/>
            <a:ext cx="4381500" cy="438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CB04B-852C-490B-ABEB-CA43F527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428750" y="495300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2B93A-198E-43DF-B39B-F38ECD15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80750-0956-4615-A007-C9062C6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44DF-4EA4-4C35-92F8-C2F9F6AF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1623AC-F495-4DE4-859F-BD51A75F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75950-CE36-4F99-A2FF-68241B2A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A7828-EFEB-43F9-A8A9-BF7707CE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30FA2-F90B-4EA8-A47C-2E2CAEA9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F44EA8-7367-474E-9763-3ED535A7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08E2F-1C36-402E-B854-A7900A4C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DBDAB3-670D-4C9E-9F47-56E1DCC3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649A1D-222B-4401-B972-0488804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50F68F-1D69-47B5-B25B-9AFAAE3B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5A9FC-6D60-4E0B-AC80-E67DE8D2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C2BDD0-3A5A-45A9-B371-87999960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D2FB12-7393-40FB-8563-4961D792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C67037-CA35-4E62-9DCD-4CBBAD95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C12B5-AB5B-46B1-A9AC-58AF49C5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AF0828-FE78-4D97-AEF1-27B0CDF9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E6EF5-6B0D-44A0-9BDC-C35C9AC1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428750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54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1C1E6C-3205-4462-83B7-DB63344E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29000"/>
            <a:ext cx="876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3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我的承诺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44C3ED-AEDA-41C4-8BD8-038DCBF8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5295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56E28B-44C4-4BD2-8EC5-76312D86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19650"/>
            <a:ext cx="7620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接受监督、及时反馈，让改变真正看得见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B6F967-0560-42E0-83D7-6CB7DC5C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AE2063-6DCA-4DD9-9574-42A9D924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F68C16-BC4E-47D6-84A9-90D1E0CF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D9E8F5"/>
                </a:solidFill>
                <a:latin typeface="Microsoft YaHei"/>
                <a:ea typeface="Microsoft YaHei"/>
                <a:cs typeface="Microsoft YaHei"/>
              </a:rPr>
              <a:t>12/14</a:t>
            </a:r>
          </a:p>
        </p:txBody>
      </p:sp>
    </p:spTree>
    <p:extLst>
      <p:ext uri="{BB962C8B-B14F-4D97-AF65-F5344CB8AC3E}">
        <p14:creationId xmlns:p14="http://schemas.microsoft.com/office/powerpoint/2010/main" val="74313365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C32144-3153-4A4B-B055-8ADDC5A6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AE6001-ED36-43D6-A457-B2D8DAE7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4C2BD-B5B4-4F77-82D5-8F776C0B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5086EB-F4A5-4812-A71F-5524CB55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9EE6F9-EFCC-463E-8561-4350998E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7F697-051A-46BE-B3A3-A675AB0E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33C6F-0188-441A-AF21-AF63F00E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EF39F-139B-452F-BBE4-2732F52E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AAC452-4E81-473A-ADAC-FAE0C6A6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64991-7083-41BF-BDA3-BD7FC3A3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B323C2-5B6A-4452-BB84-1E5468FC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DF22DA-2ADF-4FFD-A6D2-8AB9F8AD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8F2DC3-476D-483E-B1CB-546AD853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58023-BCDE-47DE-97FB-DC4221D2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FCBC9C-7E58-4658-B353-A95E194C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1F3834-6204-42E0-B638-0FA3DFFC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A7EDAD-9E76-488D-908E-33C194A0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A72E8D-FD28-4AF5-8C6A-A46D723D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26FBED-5F5B-4DBF-AF7E-95E12572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872B6B-223D-420D-9735-C1CF80B6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57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PROMISE｜竞选承诺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BFEA8E-36D0-4547-8B98-2CCBEE5D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400" b="1">
                <a:solidFill>
                  <a:srgbClr val="1C2530"/>
                </a:solidFill>
                <a:latin typeface="Microsoft YaHei UI"/>
                <a:ea typeface="Microsoft YaHei UI"/>
                <a:cs typeface="Microsoft YaHei UI"/>
              </a:rPr>
              <a:t>当选之后，改变看得见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E3E254-085C-4632-9257-CE5E7F6A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5C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627CCB-F406-4450-8071-CD2063E6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047750" y="52387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8D079D-DF26-4AC2-9407-B3D38E8A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51435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CEDEE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72D801-2FE5-4E38-8CE6-1D7029D9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95250" cy="3810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528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2D3CFF-DC1A-4752-9672-DE692472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4686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现在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FE3234-83E5-4428-BD9F-9E1FA2D5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46863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活动组织临时通知</a:t>
            </a:r>
          </a:p>
          <a:p xmlns:a="http://schemas.openxmlformats.org/drawingml/2006/main">
            <a:pPr algn="l">
              <a:def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同学意见缺少固定渠道</a:t>
            </a:r>
          </a:p>
          <a:p xmlns:a="http://schemas.openxmlformats.org/drawingml/2006/main">
            <a:pPr algn="l">
              <a:def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0"/>
                </a:solidFill>
                <a:latin typeface="Microsoft YaHei"/>
                <a:ea typeface="Microsoft YaHei"/>
                <a:cs typeface="Microsoft YaHei"/>
              </a:rPr>
              <a:t>• 班级事务反馈不够及时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C172D3-25E5-4749-BD34-47C87BDA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2314A0-3EE3-4042-9D7C-5D90A801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09800"/>
            <a:ext cx="51435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C612FE-0683-4EC3-A578-8FA8844A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09800"/>
            <a:ext cx="5143500" cy="76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3134FF-818F-48AF-AE55-C38F4309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52700"/>
            <a:ext cx="4686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99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9900"/>
                </a:solidFill>
                <a:latin typeface="Microsoft YaHei"/>
                <a:ea typeface="Microsoft YaHei"/>
                <a:cs typeface="Microsoft YaHei"/>
              </a:rPr>
              <a:t>当选后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EF115A-8487-4AC1-BEED-835280D8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86100"/>
            <a:ext cx="46863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每月提前公布活动计划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每周固定收集一次意见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重要事务当天给予回应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A14839-8926-4FE9-B07F-E841FC52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8027D1-0B57-4D1C-8A4E-CFFE36D0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D05FAF-3D20-4EA7-98C6-53DAD9F1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13/14</a:t>
            </a:r>
          </a:p>
        </p:txBody>
      </p:sp>
    </p:spTree>
    <p:extLst>
      <p:ext uri="{BB962C8B-B14F-4D97-AF65-F5344CB8AC3E}">
        <p14:creationId xmlns:p14="http://schemas.microsoft.com/office/powerpoint/2010/main" val="159305840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3A7304-F719-4AE7-A1B8-AE084AA5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B156A-31D3-46F0-9FF7-B5C5C94E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DB2120-6C69-4300-8ADB-2A1369BF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238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2C771-3397-43B6-865B-A72923D6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047750" y="52387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E684C-DD20-4602-9933-32F9551A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1D16D-B564-41F0-B64E-C1009547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  关于我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C7806-85F0-4A7D-A542-CFA35ED0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6CA00-4306-42D8-B9D2-9F25549A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  竞选理念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03985-E04D-4923-8106-E3C75812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EE1B9-5091-4F19-A53A-EB7B1A3B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  我的优势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3A8175-0A78-40CA-B0BA-DCD6CB2F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0C1C9-76BB-4015-AEB2-36B9BEC7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  工作计划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1AD3C8-6E55-4362-B4D0-6E347723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"/>
            <a:ext cx="167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C1BC5D-CB36-41D9-8A87-7141295E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A4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2445BB-1AAD-4EAB-AE84-F8671906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  我的承诺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800D20-ADE1-4729-ADF7-36D51724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E1AF33-424B-48E3-B1A2-2A68E4B8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15E8AC-5762-40DE-AA65-95BD95F1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117AD-36A9-4C3C-92BF-F521D0DF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55D4D7-6541-477B-BF3E-6C71D545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812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5385B"/>
                </a:solidFill>
                <a:latin typeface="Microsoft YaHei"/>
                <a:ea typeface="Microsoft YaHei"/>
                <a:cs typeface="Microsoft YaHei"/>
              </a:rPr>
              <a:t>高二（3）班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DC422C-2C90-4818-A893-2B2F871B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班长竞选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08323F-073E-4DBC-8138-B63F9681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1538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04DB74-EE9F-4247-A39E-83F61993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524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D1DE87-9A31-4128-B918-342330BF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5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A17677-924B-4CC3-AF4E-C094C81A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99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9900"/>
                </a:solidFill>
                <a:latin typeface="Microsoft YaHei"/>
                <a:ea typeface="Microsoft YaHei"/>
                <a:cs typeface="Microsoft YaHei"/>
              </a:rPr>
              <a:t>THANK YOU｜感谢聆听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25D1C6-DBE8-4E43-8CC2-613C3AC4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00300"/>
            <a:ext cx="876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0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投我一票，我们一起改变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80F2ED-0D79-40EA-B4CB-2B86DEB7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81400"/>
            <a:ext cx="8763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5E0E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E0EA"/>
                </a:solidFill>
                <a:latin typeface="Microsoft YaHei"/>
                <a:ea typeface="Microsoft YaHei"/>
                <a:cs typeface="Microsoft YaHei"/>
              </a:rPr>
              <a:t>你的每一票，都是对班级未来的期待。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53B8F6-207A-406F-BBFC-A9AA428D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863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39F704-89C2-489C-9235-3BD50811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8006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请投 3号 张三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DE6D4C-3FBF-4DF5-B428-643753FC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93BB28-7E21-4D3A-BB5B-57212287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高二（3）班  |  候选人：张三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776525-BBD8-4416-AE55-84EF548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77A"/>
                </a:solidFill>
                <a:latin typeface="Microsoft YaHei"/>
                <a:ea typeface="Microsoft YaHei"/>
                <a:cs typeface="Microsoft YaHei"/>
              </a:rPr>
              <a:t>14/14</a:t>
            </a:r>
          </a:p>
        </p:txBody>
      </p:sp>
    </p:spTree>
    <p:extLst>
      <p:ext uri="{BB962C8B-B14F-4D97-AF65-F5344CB8AC3E}">
        <p14:creationId xmlns:p14="http://schemas.microsoft.com/office/powerpoint/2010/main" val="15192872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2026-08-28T04:32:28.2610000Z</dcterms:created>
  <dcterms:modified xsi:type="dcterms:W3CDTF">2026-08-28T04:32:28.2610000Z</dcterms:modified>
</coreProperties>
</file>