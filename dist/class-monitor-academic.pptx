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b1c852a5464b3f" /><Relationship Type="http://schemas.openxmlformats.org/officeDocument/2006/relationships/extended-properties" Target="/docProps/app.xml" Id="R1a13521150bd4b46" /><Relationship Type="http://schemas.openxmlformats.org/officeDocument/2006/relationships/officeDocument" Target="/ppt/presentation.xml" Id="Rccf45bed787145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eabed6c11745a8"/>
  </p:sldMasterIdLst>
  <p:notesMasterIdLst>
    <p:notesMasterId xmlns:r="http://schemas.openxmlformats.org/officeDocument/2006/relationships" r:id="Ra6666224d4134794"/>
  </p:notesMasterIdLst>
  <p:sldIdLst>
    <p:sldId xmlns:r="http://schemas.openxmlformats.org/officeDocument/2006/relationships" id="256" r:id="R1e89e412682d4b51"/>
    <p:sldId xmlns:r="http://schemas.openxmlformats.org/officeDocument/2006/relationships" id="257" r:id="Rb0d5b45f51c44309"/>
    <p:sldId xmlns:r="http://schemas.openxmlformats.org/officeDocument/2006/relationships" id="258" r:id="R9df9c9eceafa45f6"/>
    <p:sldId xmlns:r="http://schemas.openxmlformats.org/officeDocument/2006/relationships" id="259" r:id="R86ecd5e9da614918"/>
    <p:sldId xmlns:r="http://schemas.openxmlformats.org/officeDocument/2006/relationships" id="260" r:id="R7c8e3701f51b4a07"/>
    <p:sldId xmlns:r="http://schemas.openxmlformats.org/officeDocument/2006/relationships" id="261" r:id="Rb6aaf3fbfb1c4af7"/>
    <p:sldId xmlns:r="http://schemas.openxmlformats.org/officeDocument/2006/relationships" id="262" r:id="R5a0cba5dadd44e1d"/>
    <p:sldId xmlns:r="http://schemas.openxmlformats.org/officeDocument/2006/relationships" id="263" r:id="R8037413facda413d"/>
    <p:sldId xmlns:r="http://schemas.openxmlformats.org/officeDocument/2006/relationships" id="264" r:id="R4ef17322201c42c9"/>
    <p:sldId xmlns:r="http://schemas.openxmlformats.org/officeDocument/2006/relationships" id="265" r:id="Rb31e019bc73643c3"/>
    <p:sldId xmlns:r="http://schemas.openxmlformats.org/officeDocument/2006/relationships" id="266" r:id="R8ac5a7d34ea84c71"/>
    <p:sldId xmlns:r="http://schemas.openxmlformats.org/officeDocument/2006/relationships" id="267" r:id="R240c0bead49349a9"/>
    <p:sldId xmlns:r="http://schemas.openxmlformats.org/officeDocument/2006/relationships" id="268" r:id="R3c334d2722a24b2b"/>
    <p:sldId xmlns:r="http://schemas.openxmlformats.org/officeDocument/2006/relationships" id="269" r:id="Ra688f72ee2c244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0860afc22c4c11" /><Relationship Type="http://schemas.openxmlformats.org/officeDocument/2006/relationships/slideMaster" Target="/ppt/slideMasters/slideMaster1.xml" Id="Rebeabed6c11745a8" /><Relationship Type="http://schemas.openxmlformats.org/officeDocument/2006/relationships/notesMaster" Target="/ppt/notesMasters/notesMaster1.xml" Id="Ra6666224d4134794" /><Relationship Type="http://schemas.openxmlformats.org/officeDocument/2006/relationships/presProps" Target="/ppt/presProps.xml" Id="Rdb14d7ab345c48e9" /><Relationship Type="http://schemas.openxmlformats.org/officeDocument/2006/relationships/tableStyles" Target="/ppt/tableStyles.xml" Id="Rf43c5700222b481b" /><Relationship Type="http://schemas.openxmlformats.org/officeDocument/2006/relationships/slide" Target="/ppt/slides/slide1.xml" Id="R1e89e412682d4b51" /><Relationship Type="http://schemas.openxmlformats.org/officeDocument/2006/relationships/slide" Target="/ppt/slides/slide2.xml" Id="Rb0d5b45f51c44309" /><Relationship Type="http://schemas.openxmlformats.org/officeDocument/2006/relationships/slide" Target="/ppt/slides/slide3.xml" Id="R9df9c9eceafa45f6" /><Relationship Type="http://schemas.openxmlformats.org/officeDocument/2006/relationships/slide" Target="/ppt/slides/slide4.xml" Id="R86ecd5e9da614918" /><Relationship Type="http://schemas.openxmlformats.org/officeDocument/2006/relationships/slide" Target="/ppt/slides/slide5.xml" Id="R7c8e3701f51b4a07" /><Relationship Type="http://schemas.openxmlformats.org/officeDocument/2006/relationships/slide" Target="/ppt/slides/slide6.xml" Id="Rb6aaf3fbfb1c4af7" /><Relationship Type="http://schemas.openxmlformats.org/officeDocument/2006/relationships/slide" Target="/ppt/slides/slide7.xml" Id="R5a0cba5dadd44e1d" /><Relationship Type="http://schemas.openxmlformats.org/officeDocument/2006/relationships/slide" Target="/ppt/slides/slide8.xml" Id="R8037413facda413d" /><Relationship Type="http://schemas.openxmlformats.org/officeDocument/2006/relationships/slide" Target="/ppt/slides/slide9.xml" Id="R4ef17322201c42c9" /><Relationship Type="http://schemas.openxmlformats.org/officeDocument/2006/relationships/slide" Target="/ppt/slides/slide10.xml" Id="Rb31e019bc73643c3" /><Relationship Type="http://schemas.openxmlformats.org/officeDocument/2006/relationships/slide" Target="/ppt/slides/slide11.xml" Id="R8ac5a7d34ea84c71" /><Relationship Type="http://schemas.openxmlformats.org/officeDocument/2006/relationships/slide" Target="/ppt/slides/slide12.xml" Id="R240c0bead49349a9" /><Relationship Type="http://schemas.openxmlformats.org/officeDocument/2006/relationships/slide" Target="/ppt/slides/slide13.xml" Id="R3c334d2722a24b2b" /><Relationship Type="http://schemas.openxmlformats.org/officeDocument/2006/relationships/slide" Target="/ppt/slides/slide14.xml" Id="Ra688f72ee2c244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f0a12a5ac343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d6f983240a41d4" /><Relationship Type="http://schemas.openxmlformats.org/officeDocument/2006/relationships/notesMaster" Target="/ppt/notesMasters/notesMaster1.xml" Id="Rb7d2077835914d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9242cc87884666" /><Relationship Type="http://schemas.openxmlformats.org/officeDocument/2006/relationships/notesMaster" Target="/ppt/notesMasters/notesMaster1.xml" Id="R6a1ad5f1f75a45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66101d7e7e466e" /><Relationship Type="http://schemas.openxmlformats.org/officeDocument/2006/relationships/notesMaster" Target="/ppt/notesMasters/notesMaster1.xml" Id="Rab85be97ab9045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4c9f27bd1b46a2" /><Relationship Type="http://schemas.openxmlformats.org/officeDocument/2006/relationships/notesMaster" Target="/ppt/notesMasters/notesMaster1.xml" Id="R278b918c619645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02fb331c5f47b7" /><Relationship Type="http://schemas.openxmlformats.org/officeDocument/2006/relationships/notesMaster" Target="/ppt/notesMasters/notesMaster1.xml" Id="Rd519b2e1c5ec43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20b15731d1413f" /><Relationship Type="http://schemas.openxmlformats.org/officeDocument/2006/relationships/notesMaster" Target="/ppt/notesMasters/notesMaster1.xml" Id="R320beb4611fb4b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f42f7ba41249b0" /><Relationship Type="http://schemas.openxmlformats.org/officeDocument/2006/relationships/notesMaster" Target="/ppt/notesMasters/notesMaster1.xml" Id="R9a15fa22296c4d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494e0112d446e4" /><Relationship Type="http://schemas.openxmlformats.org/officeDocument/2006/relationships/notesMaster" Target="/ppt/notesMasters/notesMaster1.xml" Id="R93e1eecc7bfc4b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84da37d6134fa6" /><Relationship Type="http://schemas.openxmlformats.org/officeDocument/2006/relationships/notesMaster" Target="/ppt/notesMasters/notesMaster1.xml" Id="R090587ca8e3f4e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a9b43315734ab8" /><Relationship Type="http://schemas.openxmlformats.org/officeDocument/2006/relationships/notesMaster" Target="/ppt/notesMasters/notesMaster1.xml" Id="R687cac049c1b46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ee3251631c4a50" /><Relationship Type="http://schemas.openxmlformats.org/officeDocument/2006/relationships/notesMaster" Target="/ppt/notesMasters/notesMaster1.xml" Id="R86fcb478fe794b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5c694047b14b6b" /><Relationship Type="http://schemas.openxmlformats.org/officeDocument/2006/relationships/notesMaster" Target="/ppt/notesMasters/notesMaster1.xml" Id="R38bb97c6d36f45c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b282bd60984fd8" /><Relationship Type="http://schemas.openxmlformats.org/officeDocument/2006/relationships/notesMaster" Target="/ppt/notesMasters/notesMaster1.xml" Id="Re87cc72b6bb24ad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ad53bc440c24fea" /><Relationship Type="http://schemas.openxmlformats.org/officeDocument/2006/relationships/notesMaster" Target="/ppt/notesMasters/notesMaster1.xml" Id="Rcbc876dafb9f48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d8a83bf91442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908fe8b2d34082" /><Relationship Type="http://schemas.openxmlformats.org/officeDocument/2006/relationships/slideLayout" Target="/ppt/slideLayouts/slideLayout1.xml" Id="Rcb5f70198efd47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5f70198efd47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be242135045b6" /><Relationship Type="http://schemas.openxmlformats.org/officeDocument/2006/relationships/notesSlide" Target="/ppt/notesSlides/notesSlide1.xml" Id="R66479c93f13847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fa17a8a1c4535" /><Relationship Type="http://schemas.openxmlformats.org/officeDocument/2006/relationships/notesSlide" Target="/ppt/notesSlides/notesSlide2.xml" Id="R8e0a24a2c09147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ffc66f79b4800" /><Relationship Type="http://schemas.openxmlformats.org/officeDocument/2006/relationships/notesSlide" Target="/ppt/notesSlides/notesSlide3.xml" Id="R8cf0783b955b41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a7054ee8a49ec" /><Relationship Type="http://schemas.openxmlformats.org/officeDocument/2006/relationships/notesSlide" Target="/ppt/notesSlides/notesSlide4.xml" Id="R1e4c9a6b91e747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3e8b1d11748df" /><Relationship Type="http://schemas.openxmlformats.org/officeDocument/2006/relationships/notesSlide" Target="/ppt/notesSlides/notesSlide5.xml" Id="Rfd75b24a0a1146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3fd2569c646fe" /><Relationship Type="http://schemas.openxmlformats.org/officeDocument/2006/relationships/notesSlide" Target="/ppt/notesSlides/notesSlide6.xml" Id="R8d7191ff7e9348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578b31aad4299" /><Relationship Type="http://schemas.openxmlformats.org/officeDocument/2006/relationships/notesSlide" Target="/ppt/notesSlides/notesSlide7.xml" Id="R89d601560cf04e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721f6acd84af1" /><Relationship Type="http://schemas.openxmlformats.org/officeDocument/2006/relationships/notesSlide" Target="/ppt/notesSlides/notesSlide8.xml" Id="R33e481cd6c884e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fb478442747eb" /><Relationship Type="http://schemas.openxmlformats.org/officeDocument/2006/relationships/notesSlide" Target="/ppt/notesSlides/notesSlide9.xml" Id="R546d35cc535941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a3ff24bad4330" /><Relationship Type="http://schemas.openxmlformats.org/officeDocument/2006/relationships/notesSlide" Target="/ppt/notesSlides/notesSlide10.xml" Id="R8ce90f18cf2749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a3ab39e9349f0" /><Relationship Type="http://schemas.openxmlformats.org/officeDocument/2006/relationships/notesSlide" Target="/ppt/notesSlides/notesSlide11.xml" Id="Re98c2996d10a42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37248e2a9495f" /><Relationship Type="http://schemas.openxmlformats.org/officeDocument/2006/relationships/notesSlide" Target="/ppt/notesSlides/notesSlide12.xml" Id="R3a99b53ccffb40a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b1182066c4bba" /><Relationship Type="http://schemas.openxmlformats.org/officeDocument/2006/relationships/notesSlide" Target="/ppt/notesSlides/notesSlide13.xml" Id="Rbeb1274f0ad240b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f1176cd354792" /><Relationship Type="http://schemas.openxmlformats.org/officeDocument/2006/relationships/notesSlide" Target="/ppt/notesSlides/notesSlide14.xml" Id="R807abdacfe1d44d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B727D4-0BAD-41FD-BB64-B60B9153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65F97-F589-40FC-9DA4-115983FA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9A617-084F-40B9-820B-9EF0D7A7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-1238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12F32-1CD5-480A-A2D8-E41A1A8D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238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9E529-6EF6-4EE9-8CC2-2FEA1A47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EB8BC-1555-40F4-9A94-3397BD0B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FEBC5-93C5-4A6F-912B-CCF30662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005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72905-42BC-4B13-8C2E-7431BA25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307F3D-BAAB-4A5A-B36E-DF59FF03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047750"/>
            <a:ext cx="4191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8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BB72B-CDC9-4DBD-8494-48F3DB57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52400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14FD01-4DDF-4C15-92A5-68757197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竞选演讲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52A2A-8656-407A-9FA2-62D1197F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905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47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7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rPr>
              <a:t>让我们一起，把班级变得更好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9A8207-C183-4182-9FBC-541C121B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5334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4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班长竞选演讲 · 候选人：张三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E03D3C-261B-4A60-AB09-C8029A60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DD0A9D-454E-4940-8389-F062C692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457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6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给我一次机会，还你一个更好的班级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07D80-9E31-45FF-A351-E2010FFF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715000"/>
            <a:ext cx="438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班长竞选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D88404-89E2-4667-88E0-895A82FB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19125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600" b="0">
                <a:solidFill>
                  <a:srgbClr val="BFD3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BFD3E0"/>
                </a:solidFill>
                <a:latin typeface="Microsoft YaHei"/>
                <a:ea typeface="Microsoft YaHei"/>
                <a:cs typeface="Microsoft YaHei"/>
              </a:rPr>
              <a:t>候选人：张三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74F171-DD98-49EE-BD37-65F3B0C6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F10206-233E-4F8D-AEA6-676F94BB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7A272A-F808-4E3E-8717-D9747307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1/14</a:t>
            </a:r>
          </a:p>
        </p:txBody>
      </p:sp>
    </p:spTree>
    <p:extLst>
      <p:ext uri="{BB962C8B-B14F-4D97-AF65-F5344CB8AC3E}">
        <p14:creationId xmlns:p14="http://schemas.microsoft.com/office/powerpoint/2010/main" val="17852037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93A3FF8-1594-45CA-8273-03BE7F1D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FDA6F-28D5-4AD6-BF23-C1819C97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86099-34A3-4299-9D9D-D4D26755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4A52B-A891-44EF-8007-6921B443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DEC30-658D-4548-9EA3-42A94D47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586D2-7E00-42A0-839D-0AC0E046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E1DEE9-3AA3-487A-B62F-9661BD00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F48A4-C3C9-45E6-8410-819B7E55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BBFDE1-B863-4592-9570-0D06F474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07FBA-F24E-48E1-94A8-5B0557B5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C42E7F-91CC-4F5C-93BE-2CD5DB10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6EAB7-E4C4-4292-940F-F28CD671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ABC0A4-7100-4775-870F-14631EFA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C05E24-00C0-4D2B-A13D-13F3E3DA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67D93E-458E-4A56-8C81-2DD0968B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7167D-4F94-45CF-8F9A-896DDB68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3B3AE5-EC58-4729-944C-4E118A2A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BB8E72-2F05-435B-93CB-84E0708A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169FE2-8630-4CD6-BF53-858FCB24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2A36CB-A0E4-41AE-95CB-EFC78079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CONTENTS｜竞选内容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0541DA-5640-4E12-9F7B-74A94E3D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rPr>
              <a:t>五个部分，认识一个认真负责的候选人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5FEAC7-161D-4DCC-B44E-6BB118C1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5C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A54373-8117-4BE5-A376-1D27A7C0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238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C0036A-EF6C-4C95-95D5-3E17E163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143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03FF67-EF7F-472D-BE8E-AA21325A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76200" cy="952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821597-E701-4D47-BFA8-D94E5C8D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CA266C-A91B-492C-BA3A-4B3234CF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B33B1A-02B8-4B99-9973-C1AB9FB4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62200"/>
            <a:ext cx="4076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关于我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C29886-090B-4E26-AAFC-DB30AD61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38450"/>
            <a:ext cx="407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6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我是谁，我做过什么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A58E85-0C52-4BF4-8B9A-DB5474FB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5143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EDEE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4DAD89-D227-483D-9B83-22FE11CD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76200" cy="952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528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6C27FA-963D-4D9A-9F6A-DD4F75E5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76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28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89E267-FEDC-4624-8892-BFCF93BF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765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F0CAE9-B25D-4607-BFA2-63BCCF67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62200"/>
            <a:ext cx="4076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竞选理念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466B57-D9CD-43EE-B585-78DE346A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38450"/>
            <a:ext cx="407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6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我想把班级带向哪里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0042A0-7C46-4E68-BA3C-1264A0D5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5143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7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FB0CB0-F13B-413C-A13E-F4326210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76200" cy="952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B8B2B0-6477-4E7C-9666-EB2F87C7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8CBE7D-8E24-4024-BA78-52ED326E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71BCEE-0230-43E2-A23C-0733D61C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67100"/>
            <a:ext cx="4076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我的优势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23B6D8-391A-47C9-9517-9D74711E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43350"/>
            <a:ext cx="407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6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为什么我能胜任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5FD487-FF86-4E07-9133-4A616F8E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52800"/>
            <a:ext cx="5143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011397-9E41-4D0D-92DC-55B8A0D3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52800"/>
            <a:ext cx="76200" cy="952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AA59A3-6AEF-4B00-BB35-C25841D9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81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FE22D5-9DB7-4628-81D9-7013179A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814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CEA0AD-F7E9-475A-886D-641B6F38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67100"/>
            <a:ext cx="4076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工作计划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B9EBC81-27A5-4E3D-B421-FF8F6F3A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407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6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当选后我打算怎么做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3CE534-E203-4122-9817-34F244A5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143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D81E41-DB03-425A-8DA0-423E4B23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952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A8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C6F6C00-C480-41D2-B59D-B9258BF0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72A4CD-DF7B-45B1-B2C4-0556A447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FD056C9-A878-46F6-B2F8-19CA0E49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72000"/>
            <a:ext cx="4076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我的承诺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B7C2DBB-8A59-4038-A486-4BFE71D7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48250"/>
            <a:ext cx="407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6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我会如何接受大家监督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5303CB8-44A1-43E3-8EE0-E7E53531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22D0CCB-FEB9-4DF2-819B-96F9B4E7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9220885-66C7-4683-9426-AD88F3AB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2/14</a:t>
            </a:r>
          </a:p>
        </p:txBody>
      </p:sp>
    </p:spTree>
    <p:extLst>
      <p:ext uri="{BB962C8B-B14F-4D97-AF65-F5344CB8AC3E}">
        <p14:creationId xmlns:p14="http://schemas.microsoft.com/office/powerpoint/2010/main" val="5871888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1ABF28-45EB-4567-82DD-7DF2C867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51F1B-99C3-4892-8424-C0906E37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B8AE3-7106-46AE-91D7-5EDD2A5A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3335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96ACB-43B9-4A31-940B-D7A8951D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9530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5FA82-C715-43A4-ABD1-7B682916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4398F-5121-4236-919F-190F17BA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140064-62CF-446C-BFFE-1283376E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0AD4E8-60DB-46BA-BD29-868E47EF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F6F10-6AEB-4789-89D8-2F3474A5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BA7D8B-1423-4420-9A40-E6C8A6B7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F5383B-B220-4B1F-B42B-1357AA96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FD101-59C9-4A6B-9454-944972A0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065A4-BA1F-4832-80C9-B78541B6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0AF38-4263-4BFF-9C75-65334ACF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908BB-CA58-4B2F-BA09-74A48A27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0E1026-4C7A-43DD-B9B3-50EBD2F9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1F7A85-42A5-4966-A1D2-090BCA83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8EBB20-B5F8-462D-B98C-D9C45C8F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3D21AB-BB5C-498C-B60C-0F27169D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A97605-B6D2-40B4-9FA2-73C5B19E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898821-BCF8-4045-BDF9-81D9C365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350D46-79AF-42A9-A3EB-86B1A187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069459-B320-49CB-AADC-490D4783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FA40EE-C9DD-46FF-917B-CBE00DC7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4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关于我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F57686-5E58-4454-8FF9-BE643528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5295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44B998-B017-4960-99B8-9BCB7344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19650"/>
            <a:ext cx="7620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24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一个普通同学，但有一颗想为大家服务的心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37D7B3-FB71-49D7-AED6-2CA78277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622E7A-7308-43E5-83A7-E614770C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BFB828-6D2F-4CF4-9E9B-6566C5F8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3/14</a:t>
            </a:r>
          </a:p>
        </p:txBody>
      </p:sp>
    </p:spTree>
    <p:extLst>
      <p:ext uri="{BB962C8B-B14F-4D97-AF65-F5344CB8AC3E}">
        <p14:creationId xmlns:p14="http://schemas.microsoft.com/office/powerpoint/2010/main" val="102790346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A3E7DB-A64C-46D1-BC88-2BE789D9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EFC4C-3DCB-45BC-BF1A-2A69DD34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487E6C-1DF0-4A29-8C17-CEE48897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20F12-2AEF-445E-8B98-F3B935E9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69018-998B-4967-AE7E-E0503300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588FF9-2007-4974-80BD-927E5DEE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44EF6-2F91-4FDE-BCD8-ACBF5537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70CBA8-0AD3-46CE-860A-44582AB1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55D95-1DDC-4E2D-9367-1BBCBE1A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14A52-E1DC-4A7D-9CC4-A1368D3D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262B7D-6D57-41EF-8A2A-7F579977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FE6E61-7D11-40B7-8859-30516757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EDCD6-ECE3-4270-BD6E-20BCD3F2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58F599-DDDC-47E9-B8AD-CF53E153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4A9472-2A87-41D4-95F6-22044167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82BFD1-F74B-4649-BD82-A28C14D2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97E449-6E66-47E7-9EED-5902B731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0B795C-779E-4726-86B9-1F04ECA4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5996E0-837D-42D9-8123-87AB2AAB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ABEE4D-DFF9-4569-B480-FBCF8A83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ABOUT ME｜自我介绍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31E325-3751-4197-923E-A7D2147D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rPr>
              <a:t>我是张三，一个愿意为大家跑腿的候选人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B8DA6D-9406-4AED-8B8E-B25D70DD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5C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5086DB-767D-48FD-86C0-4EA3907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238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21C053-3B54-4F73-958A-F61B510B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52450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CFEFD4-A5DC-4E7C-A955-4B14C97E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95250" cy="40386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C84E32-0740-41C0-A67F-03D4F44A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52700"/>
            <a:ext cx="495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175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高二（3）班学生，担任过一年学习委员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2175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组织过班级读书会、运动会方阵等活动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2175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成绩稳定在班级前10%，能兼顾学习和工作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2175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性格开朗，乐于倾听，和同学们关系融洽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BC534C-2D2C-47AC-BC24-6D5DF774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09800"/>
            <a:ext cx="49720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022A15-DE97-4908-8AA4-80B86325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527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4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我的理解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56D8DD-7F30-49E7-A5CF-E0CE077B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191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1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班长不是官，而是主动发现问题、帮助大家解决问题的人。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6FBD29-DD2E-4D83-A5B0-6F6BA528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86300"/>
            <a:ext cx="49720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135439-D68E-4F52-B386-5A20FAEF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14BC02-31A1-4D53-B717-6CC2F379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3E5213-EE37-471B-9A1F-8384AC75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4/14</a:t>
            </a:r>
          </a:p>
        </p:txBody>
      </p:sp>
    </p:spTree>
    <p:extLst>
      <p:ext uri="{BB962C8B-B14F-4D97-AF65-F5344CB8AC3E}">
        <p14:creationId xmlns:p14="http://schemas.microsoft.com/office/powerpoint/2010/main" val="16291779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0D0E2B-5AB0-461B-B545-CD32693B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B40F7-8FE3-4637-9ACE-AE42C001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33825-E16C-445F-B1F3-E9B8E8BE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3335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1F41F-AD38-4243-932E-18103626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9530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96124-8C66-40EB-9B04-8CE3FBB4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56BF4-BE9D-499E-B725-A268B4AB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7151B-1D87-403B-9BB6-4B1CD50A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C96C1-1006-4A04-B0C9-BB91E04F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B7348-6653-4A25-A590-C4C2FE2C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0CCCF8-FE9D-410D-B85D-7C88096E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68649E-1A08-4C7F-9194-0591FFF6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B0C2DB-9C2F-4509-97E4-8C904F1B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45D86-AD35-4C63-A099-07F6A80C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6F4364-D16B-43BF-A190-E842D09E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B11812-3849-43C6-B258-91D7EE30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6ADB17-0EBC-40F9-9631-4D0F73D4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4AC547-377B-4EA5-B661-4EEFC61E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84494C-C966-4373-941D-571482D0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78B4B2-7A89-413C-BA4D-9E6851B3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257D14-628C-4D4E-B1CE-60779F2A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C19650-71F7-4F1E-9774-8556EB09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157F6F-54A6-46B3-8B01-1805A74C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6D197A-B9FD-4D1B-9F49-43BBFEDD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E06A52-B46F-43D1-A03C-BFDBA723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4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竞选理念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DAF388-6973-4C0F-B966-A381AF55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5295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197844-87C5-4274-B90F-37628627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19650"/>
            <a:ext cx="7620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24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让每位同学被看见，让每件事情有回应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355C45-A344-4E9E-9B69-4AE2C4C4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A775F9-3EB9-4E65-AFFD-184BBC9E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CE28FA-152F-48DA-AD07-6A5F2DDA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5/14</a:t>
            </a:r>
          </a:p>
        </p:txBody>
      </p:sp>
    </p:spTree>
    <p:extLst>
      <p:ext uri="{BB962C8B-B14F-4D97-AF65-F5344CB8AC3E}">
        <p14:creationId xmlns:p14="http://schemas.microsoft.com/office/powerpoint/2010/main" val="167936166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8DDD1A-8643-41F7-926E-4B39381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7D9FC-41AF-4F3B-956B-FF4D53B4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F3D73-C5EB-4E6E-9C99-45911F9E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66187-B079-47C5-B597-287A3E86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8AA0A-9D8B-4D90-9920-611D25DF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96639-43DD-4B9B-BBC3-D370948C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E3F5A-DF59-4EC9-B9A8-0B539175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4C8F2-1CF4-4814-A678-D8303AFF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66B57-FB2A-4BBF-B60A-B9E12FD4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9CE816-4DDE-4EED-8416-38719345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D8C63-8A39-4184-9070-9E743940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E91E3-E3B1-4F3A-B917-45D6B142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C6556-BFD7-4A9D-8748-7F038501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197D25-6627-4A0D-BFE5-D15D66FB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6564F7-F8F9-458D-8C87-0AFB858F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24A225-BBFD-4119-A814-F2A36163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118B66-D931-4752-96D3-97021FA4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2954AF-36AD-475B-8445-453D1878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D75A5A-7013-4631-A60B-D05E9509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72ACCA-7B91-4E35-93E8-54F6219C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VISION｜竞选理念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1E4E75-F326-4AA8-81A1-13CB0DEA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rPr>
              <a:t>我想从学习和生活两方面改善班级体验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073AD4-E9E8-4046-872A-A9053FA7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5C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6403EF-FBF0-45B5-AB4B-512BEEBC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238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982560-525A-4781-91F8-1766E8F1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14350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57FC2F-8EC6-4309-8A8C-7BEE6114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95250" cy="40386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784321-31A0-45EA-9A2F-545411EF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4610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6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学习共同体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A42A47-04AA-442C-AA99-ACFB3D8E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4610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组织学习小组，互帮互助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建立错题共享，提高效率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及时和老师沟通学习情况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B99797-FBF2-49AF-AD97-D0627CA5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514350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FCEDEE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2B1EE7-A7F6-4BD0-8D77-2E530FAE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95250" cy="40386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528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84FFD5-D2C5-4CB3-AA8A-81FACC16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52700"/>
            <a:ext cx="4610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6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温暖班集体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1CCB87-0FB1-4E14-B29E-B40E11B8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00400"/>
            <a:ext cx="4610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让每个同学都被听见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认真办好每一次班级活动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营造友爱、包容、有活力的氛围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6716A7-A2F3-4D94-8713-CB550E6E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452705-4093-4FA5-997F-AB8210ED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90629D-E73F-42C6-97DF-81EC2A04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6/14</a:t>
            </a:r>
          </a:p>
        </p:txBody>
      </p:sp>
    </p:spTree>
    <p:extLst>
      <p:ext uri="{BB962C8B-B14F-4D97-AF65-F5344CB8AC3E}">
        <p14:creationId xmlns:p14="http://schemas.microsoft.com/office/powerpoint/2010/main" val="2808411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6A0FC6-AF9B-473C-BFA3-5D0A9F35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66F41-C95B-4162-ACFB-9899CFDF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91782-BF43-458B-B936-5315FE61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3335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E2EF7-D261-49FB-B713-E131CD6C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9530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5AC11-FD57-49C1-B9B1-DF8B72FA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87303-D8C4-483D-A7FC-97277AA7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3F6C6-C28B-447C-B9CA-2D0D078F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894A5-0FF3-418A-8CDA-19C9D163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D67E8-29AA-491D-AE46-2048F237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20232-4BD4-471C-AE0A-C4F14C2E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711D6B-047B-4339-B3CC-37B5CF58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E6CFE-9F0F-4498-A3D1-EDB6DDDE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25377-81AC-4495-A697-C21893ED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D67310-D45E-4B39-9A29-C8E4DA01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B3A05-6794-4845-92D4-99C94C61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D83943-4333-42FA-9052-DA6BF128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217CB0-7F12-44E5-A155-CD4BDC3B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F40BCD-B040-41D6-8BB2-B3223584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00F94E-3614-4CF5-9957-C4B717EB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837520-C6A1-4BF8-9872-D2FB77E3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BB08F4-4ACA-4C22-9D24-54A5A75F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526BE4-BE0B-4BFC-93EA-32E22608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54C531-58CE-41BE-A665-F4FE77E1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FD2D6A-C460-4B51-94A8-1C738F35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4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我的优势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207B8C-87AE-40E4-B6B6-C51E74BC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5295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6E44AD-6336-4543-AA07-DBA1404A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19650"/>
            <a:ext cx="7620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24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有经验、有热情，也有把想法落地的方法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AD72C6-6A13-4C51-B850-609D8148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6019C1-7A65-47A9-9270-8E413DAC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77A5BC-81BF-426F-9875-3EC1FA43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7/14</a:t>
            </a:r>
          </a:p>
        </p:txBody>
      </p:sp>
    </p:spTree>
    <p:extLst>
      <p:ext uri="{BB962C8B-B14F-4D97-AF65-F5344CB8AC3E}">
        <p14:creationId xmlns:p14="http://schemas.microsoft.com/office/powerpoint/2010/main" val="20214346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98653DD-FB50-46EB-A39D-B6EB0C2C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D465E-6812-463A-BF9D-FD8BDC50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FB661-5998-4A97-A217-843CCF05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4ED29-E5CE-4034-8FEC-8886F277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3340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6A7AC-2B5C-4831-B25B-73E138BF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4B7BA-9A49-412C-8615-0560D74A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A9B81-002B-4E10-A143-335CF88A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76B89-4AC7-4010-BA94-7C287337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602FC-C3C7-4542-AE95-248DA7BE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8FC3B-BAE2-4A13-821B-0C4A613E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3127D-B8AD-45CC-92FE-93FB764F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523BD-3A47-4DE9-BCDE-A1B9B8EE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67CA88-B119-4CE9-838F-F9565332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BF889-A8FC-4607-ABE9-B785857F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D51068-7EAD-4D9A-9F07-C3728FAA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B6B75F-F813-43B8-93DA-25338395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A81C9A-6484-4690-8E20-F5F6F940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E61B13-C7FD-441D-9184-8DCDF0F9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2F9153-1F24-4112-94F8-6CA0CA8A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B6C275-634D-42DC-A819-0B11BCC3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A42FFE-9078-43EF-8E87-299951F9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A7ED07-E323-4BBF-A4FF-D9B9BF77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D37F18-4DF2-428F-BCB4-CCB80654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50" b="1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STRENGTHS｜核心优势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7DD971-6115-499D-B896-2097033F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36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三个数字，说明我为什么能胜任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2B5B3D-433F-4775-BF80-A6118BEA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5C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88C804-0680-43A0-8748-3EEB60C6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429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1D5032-0FCF-4118-94A2-046BAB98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4290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481EE5-2457-4681-9D96-426AE92A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95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3200" b="1">
                <a:solidFill>
                  <a:srgbClr val="1F6FB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200" b="1">
                <a:solidFill>
                  <a:srgbClr val="1F6FB2"/>
                </a:solidFill>
                <a:latin typeface="Microsoft YaHei UI"/>
                <a:ea typeface="Microsoft YaHei UI"/>
                <a:cs typeface="Microsoft YaHei UI"/>
              </a:rPr>
              <a:t>1年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A8520C-3B05-401C-8A68-CFA7B92A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2895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6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班委经验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4842EE-8876-4562-9E95-2AA9AF0C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2895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担任学习委员，熟悉班级事务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575C7F-5075-4367-ACD6-70000909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3429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5DE147-15D4-40FC-BEBB-A4D4753F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34290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CC5420-F320-447B-8C2D-2D825971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76550"/>
            <a:ext cx="2895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3200" b="1">
                <a:solidFill>
                  <a:srgbClr val="1F6FB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200" b="1">
                <a:solidFill>
                  <a:srgbClr val="1F6FB2"/>
                </a:solidFill>
                <a:latin typeface="Microsoft YaHei UI"/>
                <a:ea typeface="Microsoft YaHei UI"/>
                <a:cs typeface="Microsoft YaHei UI"/>
              </a:rPr>
              <a:t>10+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DF4201-DE4A-4B24-94EC-8500E034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38550"/>
            <a:ext cx="2895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6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组织活动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92DF64-6950-4C10-8705-6A1F15CC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57650"/>
            <a:ext cx="2895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策划并执行过十余次班级活动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2DD18A-B281-4842-AF58-E8896710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3429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178F0C-0236-4ECF-804A-999679A2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34290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3FA6A3-A4E0-4505-9253-783925F7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76550"/>
            <a:ext cx="2895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3200" b="1">
                <a:solidFill>
                  <a:srgbClr val="1F6FB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200" b="1">
                <a:solidFill>
                  <a:srgbClr val="1F6FB2"/>
                </a:solidFill>
                <a:latin typeface="Microsoft YaHei UI"/>
                <a:ea typeface="Microsoft YaHei UI"/>
                <a:cs typeface="Microsoft YaHei UI"/>
              </a:rPr>
              <a:t>前10%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5CBC67-112F-4668-BD38-E20BF8A5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38550"/>
            <a:ext cx="2895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6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成绩排名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FDB8D0-AFF8-4914-9618-0B40D7F8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57650"/>
            <a:ext cx="2895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学习稳定，不耽误班级工作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E9B404-3F16-4908-BAA6-36142D45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1DF7FE-6591-42DA-9BF4-48620BDD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52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可靠的执行力、稳定的学习状态和真实的服务经验，是我竞选班长的底气。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0E37A7-D4EB-48B6-BE55-C4CBC43E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87DFE7-7FEC-4B83-A8DA-F596CDF0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D66430-C778-4E18-A187-2738BBC2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8/14</a:t>
            </a:r>
          </a:p>
        </p:txBody>
      </p:sp>
    </p:spTree>
    <p:extLst>
      <p:ext uri="{BB962C8B-B14F-4D97-AF65-F5344CB8AC3E}">
        <p14:creationId xmlns:p14="http://schemas.microsoft.com/office/powerpoint/2010/main" val="201782805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0F4090-2E50-4192-A97A-9B9E37A9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0DC69-E211-43BC-B238-574CD504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FAE68-CBFE-4690-B83A-B12DD22B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F563E-92B5-4853-89B1-35FD2015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61947-D14B-4B4D-B888-FF61FC1D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07976-CDF9-4106-B65B-8FBDF264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8050BB-8CE9-46AB-B127-E3EC6DBC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5DE9C-9972-408D-9E53-E5F258F4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6C2DD-9B9F-428E-8A32-7F702638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064EC-9A6D-4242-AB68-731B9C79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CEDF5-8AD3-419A-9D04-20C16799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38FE32-A959-4A1C-B8BE-1EF5AC1C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79D4F5-342D-4949-B142-8E22AC22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2FF7F-7F65-409D-96D7-2E787F78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2E179E-EF0E-4394-ACC1-80C0E94F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F0AD51-93BE-4C04-AF1F-C8F00E70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4FEE44-6E17-41D9-B3D5-99903038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84A335-22DF-443D-9369-1F06B451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566D0E-8666-4734-B27F-AB82C1C4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BED499-C1E0-40E6-9E96-3CDEF051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VOICE｜同学评价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C075B2-8395-4717-B5A7-97C26823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rPr>
              <a:t>我希望成为值得大家信任的人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D99525-48D0-4664-8D01-7A664111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5C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6312D2-60D1-49CA-80E8-1789F729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-1238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AC282C-4889-4541-A948-BA47BAF8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08204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7B0D67-C32B-4658-A31C-AF0508B6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524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B2B9A0-E8AE-437C-B10A-6C3923C0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8625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A88808-59C5-43A0-A2E6-5251F538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52750"/>
            <a:ext cx="9525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4400" b="0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400" b="0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rPr>
              <a:t>遇到事情找得到人，提出意见听得到回应，参加活动感受到快乐。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113349-25CA-4DD7-AEEC-1A0F3277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29250"/>
            <a:ext cx="952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20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—— 我对班长工作的标准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2E11A5-4A0A-4FE5-81C7-F865A732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D6C116-64FE-4854-B537-A3261C58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2256CF-35DF-4FF4-8C93-2BBE849B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9/14</a:t>
            </a:r>
          </a:p>
        </p:txBody>
      </p:sp>
    </p:spTree>
    <p:extLst>
      <p:ext uri="{BB962C8B-B14F-4D97-AF65-F5344CB8AC3E}">
        <p14:creationId xmlns:p14="http://schemas.microsoft.com/office/powerpoint/2010/main" val="11147201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8EEC29-3146-48AD-93F7-1076DF00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1CEA9-2838-4A06-9538-347CD6C4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BF2CB-838C-42CD-9C31-9D4E7A05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3335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EB713-DF5A-412B-99AB-F93193BD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9530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D5674-B00F-4F65-90F9-85AF027C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BF3C3-370B-4204-A9F4-E1A22BE2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D43A8-E548-4A9A-B03D-F4A197F9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94B818-E442-434C-A8F1-B218F850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D8DAA-9279-4532-93C8-B0229530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F6ADA-3D98-40FC-9326-C38465AD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96570-770D-4509-846E-FEB1FB2D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D4DB9-7450-4E35-A881-B3483BF1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D101B8-92FF-4335-BC49-D9C959B8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1E2DA5-852E-4EDE-8E1E-F4CD92EF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25661D-6292-4B42-AA66-9FFA9BFB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943F39-3534-4F54-A654-378D43A6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F84330-6CD3-447B-BC5B-A09D5A04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FBAAB6-7EB9-4F19-8F63-8A321F54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A44F3B-3B10-451D-83A7-82EE3EB4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11D680-A0A1-42BC-BF36-74473223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A82509-489A-4AE2-8B77-6887DF48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1E66E6-9719-45BF-A258-AC636F72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0B8274-2D44-4CA3-8CE0-BD3CE070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F70E31-298D-49ED-9614-481CCE6D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4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工作计划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5CB04F-E260-4CB8-8E3B-AF3EF231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5295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23030D-5660-4D0F-8926-B48D85D9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19650"/>
            <a:ext cx="7620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24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从第一周开始，用具体行动兑现竞选承诺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3EB75A-9069-44E9-A60C-47AEF33E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1742A7-B209-48BA-A69E-F02FC188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5FE0C3-DE8B-4A81-B89A-07610D3E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10/14</a:t>
            </a:r>
          </a:p>
        </p:txBody>
      </p:sp>
    </p:spTree>
    <p:extLst>
      <p:ext uri="{BB962C8B-B14F-4D97-AF65-F5344CB8AC3E}">
        <p14:creationId xmlns:p14="http://schemas.microsoft.com/office/powerpoint/2010/main" val="124311935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FDAD89-9CD2-4EDF-96A6-1AAA9621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B31B7-F02B-4684-9F6C-3BBBCC60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0D163-FBE2-4C35-A9C1-56709549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C6ACF-0534-4AF5-BFA9-7C0EC339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5543D-7E0E-47CF-B53C-3B75475F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84E787-6F99-4A48-BC04-735C3438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DFD4E-58F0-4DD6-9E3F-23922E2C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A3F20-60D6-4784-B483-A42E259B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89CE7-EDF7-4B17-9DE6-ADD65307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AA4C3-5B00-4EEC-8561-C131D2EA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F1046-347A-4184-AF31-F026B5C7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A4B677-827B-44BB-98C3-7FCFB70A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0EAC83-1C06-453C-87EF-1DB803FC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12C8F1-62BD-49EA-B9FD-573BEF9D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6CB0E-8244-4324-A739-830BF80D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7CBDD7-A626-4CAE-9E0A-949DB7D2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B5AAC6-1172-4C66-B7A1-1F66DED7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9EAD67-DBCB-4EF5-9B64-86FCCE60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7CF50B-781B-4DFE-9BB8-06828897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15D94A-3793-4939-96E6-14BA82DE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ROADMAP｜行动计划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70D22E-C8D8-467C-B9D8-5AA81CDD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rPr>
              <a:t>当选后的三步走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19CBE5-F9C9-4EEA-A604-34ADA792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5C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4533F4-867B-4525-9E4C-16D2049E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238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EFA569-92FE-43DC-96C6-63FDB560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9F8A1D-7DE3-4C07-A83A-C416CAA7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28575">
            <a:solidFill>
              <a:srgbClr val="F3F6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A64EB1-5EBB-47FE-8AAD-70400E98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CBF7BB-FFAF-4EBE-B5B8-BDA16EC1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42950" y="29527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第一周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283BCB-B8F5-42EA-A06B-45ABCFAB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42950" y="4095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收集意见，完善班级建议清单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6A8FF9-C411-4037-A43C-34792616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95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28575">
            <a:solidFill>
              <a:srgbClr val="F3F6F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08E1B1-8C5E-445D-99DB-875FC2B4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44474F-6624-4696-9E32-B1069280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第一个月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4EAB1A-E0D7-4E95-9A29-FF380EE6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组织破冰活动，建立学习小组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62C4BD-0894-4BC6-8233-408AA689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695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28575">
            <a:solidFill>
              <a:srgbClr val="F3F6F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5410A9-5718-4397-8114-6A09B4B4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3C54FA-9A65-4BA6-8CAE-5502BD04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9527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这一学期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D4D81B-7419-4D9E-BF6A-C359882D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095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每月活动、每周反馈、持续改进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D330B6-3A9B-4707-9C0E-235B954F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1A8B87-BD83-44EC-BBC4-DBBEA2FC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0F9591-CD4D-4DCA-AEEB-596FEE78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11/14</a:t>
            </a:r>
          </a:p>
        </p:txBody>
      </p:sp>
    </p:spTree>
    <p:extLst>
      <p:ext uri="{BB962C8B-B14F-4D97-AF65-F5344CB8AC3E}">
        <p14:creationId xmlns:p14="http://schemas.microsoft.com/office/powerpoint/2010/main" val="36121161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71DBCF-B488-4413-B3C1-E24E667A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759C8-DF8F-4949-9803-A3FA8485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074BA-5DBB-4CBC-BD76-ACD9C7D2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3335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72A14-AF9D-4F0B-A528-2E9F2611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9530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BEF00-F155-470D-B2B5-AF130778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76D99-5836-402A-9066-9995B90A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39B73-16AF-4A77-8F18-B9D77D98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B588A-B140-4EEA-B3C7-49F93CD8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9B618-0EC6-400D-A785-D5B9B748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8704A4-32FB-473D-82F1-E705C540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7803E-CB05-4782-8743-13BA0EFC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59D243-F4BD-42C8-97A7-60FC33E2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F3DE2-AEC1-47F3-8216-4C3DD036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BFBC40-FCD6-4A17-936F-4B9B6BEC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2E4A8-01F4-4CAB-9839-D1F85D9F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D6DD73-E058-402E-B6D6-18C959DD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6D488A-D2C9-4256-868B-9216D00A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8B90BD-DDA2-494A-9C0A-9F40B3C9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009B2D-F096-4F07-8FB4-804E0E2C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8EF19A-3D96-4B23-890C-02D58DA7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172FC2-D3F8-48EC-8D6A-475BA493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673B53-8BD7-4D6B-A763-BE299809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74D4F5-D397-4FE7-83B5-10B81A64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03805D-C1AF-4714-A88C-F7B96359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4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我的承诺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7F6CCD-0010-4BB7-AEEA-85E619FA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5295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BAB0F8-2F47-4EC3-A3FA-EB8B05D7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19650"/>
            <a:ext cx="7620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24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接受监督、及时反馈，让改变真正看得见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096F02-ADB1-4E0C-ACDF-F8F6C1DF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5050B1-C400-4032-B51A-8FDB93B0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08C2D7-8154-4BB2-9886-5D78546E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12/14</a:t>
            </a:r>
          </a:p>
        </p:txBody>
      </p:sp>
    </p:spTree>
    <p:extLst>
      <p:ext uri="{BB962C8B-B14F-4D97-AF65-F5344CB8AC3E}">
        <p14:creationId xmlns:p14="http://schemas.microsoft.com/office/powerpoint/2010/main" val="89224633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3DC459-D018-4844-AD06-422550A7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6DC9B-F3D8-4511-A48D-813F87D3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38524-7E5E-4E4C-A8E7-5F189899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20678-DD92-4428-9B18-2E1B664D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C9694-4D7C-4636-8396-698F781F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3AC03-BA0F-49B5-81DA-ACC73C0E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97A006-097F-446B-9FBF-C384B6AE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6331E-0659-42FD-8508-1E588AB7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4D33E4-DB8B-462A-8E3E-B65A229D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B41A9-E421-491F-A095-A729A146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350DE6-6519-43E4-ACBD-A3B74F4C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BCFA08-6E10-48EB-9361-9D130AAC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2F664F-A6E7-43D8-803D-579A31BA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7801A6-0973-40E0-B166-458068F5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94A065-423A-48B0-8846-1B6E44D5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06B208-A468-4D1C-A7A8-2E049E58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862D11-26B0-4D1B-A869-27A2C4F9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9CB6BD-90BD-486C-9AE1-3387D6F3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B8F6FD-0F6C-4217-9054-E2EC0337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924D49-6A8A-425D-A127-B0F0944D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PROMISE｜竞选承诺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3AAB14-6F52-4036-B70B-1A91EE2D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rPr>
              <a:t>当选之后，改变看得见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950FFB-104A-4AA4-8133-09242E4E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5C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CD509D-E399-44C9-8921-161DEEB2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238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2D9A18-6CAB-4D70-8BBF-91C17DE5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14350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FCEDEE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BC70AD-A687-4FCC-890D-35683733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95250" cy="40386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528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510400-9EAB-447B-B833-60917B9D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686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6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现在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91FE61-6B04-45BE-8449-765D7435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4686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活动组织临时通知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同学意见缺少固定渠道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班级事务反馈不够及时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81B130-64B3-47EB-BB07-BB5003AC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190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89EF8E-A5F8-45B8-836C-FE6B727C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514350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F31F5B-C3F6-44DE-B1E6-F1B0CAF6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51435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43129D-F028-42C4-B696-116E6AB4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52700"/>
            <a:ext cx="4686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6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当选后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865946-1A79-4141-AD55-162B1C29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00400"/>
            <a:ext cx="4686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每月提前公布活动计划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2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每周固定收集一次意见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2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重要事务当天给予回应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4C0A23-C309-4876-B3D7-AFB9EF00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B911D7-43F7-4892-B460-F99FE145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21C17D-C08C-4FA8-B310-3B969A6C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13/14</a:t>
            </a:r>
          </a:p>
        </p:txBody>
      </p:sp>
    </p:spTree>
    <p:extLst>
      <p:ext uri="{BB962C8B-B14F-4D97-AF65-F5344CB8AC3E}">
        <p14:creationId xmlns:p14="http://schemas.microsoft.com/office/powerpoint/2010/main" val="94170475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267209-BFDE-470C-BFFE-C5CF890B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FCB06-C5EF-4D86-8062-27B86E2E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CC731-6C03-48D5-B4EA-F19710F6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-1238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6C942-3D8C-451E-87AC-D352D112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238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0CCA4-6D13-4B8D-89D6-5BF482DC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7C092-48EE-4AED-9E5E-5E3260BD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9D81E-36BD-4BD6-9CB6-005644C7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4DE97-AF88-4C1E-8DE8-52370B8D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DBF8B6-7EED-48CB-B271-2A503D68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128595-557A-41D4-9570-676D470E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C3B3FD-722A-472C-9EC2-030658FC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EB00E-FDBB-4FB3-81D3-4F0E587C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4551B-104F-4CCA-B72A-60399902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940050-1BA7-4E4E-A51F-FEA8AFCE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37C5E9-8867-47C6-8555-C7352A5A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EE661D-4EF7-412B-B276-B8244A2C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54A7B-08F1-4D74-8426-89F3662C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E0E4FA-00F9-45FC-89FF-74A2476C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9E16AD-019C-4B9F-BEB8-7F6A8550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994FE8-B801-43E1-97F1-2718239B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5C8FA2-37BA-4DDB-991D-96DB1C2E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520618-2589-49CD-A383-771A2634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B4F0C5-3FE7-4159-B1E4-D5C649CC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8E1FBC-27B0-4E6D-BDEE-21E3C56A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8F423B-03DA-492C-A032-EE9AACF3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5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THANK YOU｜感谢聆听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60EC47-7E84-4CF9-B42A-821FF4FE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00300"/>
            <a:ext cx="876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44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4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投我一票，我们一起改变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781954-9CB1-4E3D-ACCC-C51E7BC4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81400"/>
            <a:ext cx="876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600" b="0">
                <a:solidFill>
                  <a:srgbClr val="D5E0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0">
                <a:solidFill>
                  <a:srgbClr val="D5E0EA"/>
                </a:solidFill>
                <a:latin typeface="Microsoft YaHei"/>
                <a:ea typeface="Microsoft YaHei"/>
                <a:cs typeface="Microsoft YaHei"/>
              </a:rPr>
              <a:t>你的每一票，都是对班级未来的期待。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F9BAC3-2616-48D4-9FCB-8FEEA1AF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86300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6E5224-9B22-4590-BF0D-5F89A211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0060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请投 3号 张三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A6D930-D153-49B3-A0FE-15C31562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A58DFF-D4B0-4EE3-88F5-D153E15A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AB9F64-4B27-4064-A31C-BA0F7412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14/14</a:t>
            </a:r>
          </a:p>
        </p:txBody>
      </p:sp>
    </p:spTree>
    <p:extLst>
      <p:ext uri="{BB962C8B-B14F-4D97-AF65-F5344CB8AC3E}">
        <p14:creationId xmlns:p14="http://schemas.microsoft.com/office/powerpoint/2010/main" val="2500344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2026-08-28T04:58:21.4850000Z</dcterms:created>
  <dcterms:modified xsi:type="dcterms:W3CDTF">2026-08-28T04:58:21.4850000Z</dcterms:modified>
</coreProperties>
</file>