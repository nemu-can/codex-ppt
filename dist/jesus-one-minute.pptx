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70c776545a474d" /><Relationship Type="http://schemas.openxmlformats.org/officeDocument/2006/relationships/extended-properties" Target="/docProps/app.xml" Id="R0b37a98e4e134e06" /><Relationship Type="http://schemas.openxmlformats.org/officeDocument/2006/relationships/officeDocument" Target="/ppt/presentation.xml" Id="Rf3a48cc4ded440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9cc15917bb4bdb"/>
  </p:sldMasterIdLst>
  <p:notesMasterIdLst>
    <p:notesMasterId xmlns:r="http://schemas.openxmlformats.org/officeDocument/2006/relationships" r:id="R5f2d778a7bd1480c"/>
  </p:notesMasterIdLst>
  <p:sldIdLst>
    <p:sldId xmlns:r="http://schemas.openxmlformats.org/officeDocument/2006/relationships" id="256" r:id="R05472c3ebadd47d0"/>
    <p:sldId xmlns:r="http://schemas.openxmlformats.org/officeDocument/2006/relationships" id="257" r:id="R71fa9d59fef9464c"/>
    <p:sldId xmlns:r="http://schemas.openxmlformats.org/officeDocument/2006/relationships" id="258" r:id="Rddaf6b0b27b942bd"/>
    <p:sldId xmlns:r="http://schemas.openxmlformats.org/officeDocument/2006/relationships" id="259" r:id="Ra167b6a5bf824c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d7ee0ed9c94c4d" /><Relationship Type="http://schemas.openxmlformats.org/officeDocument/2006/relationships/slideMaster" Target="/ppt/slideMasters/slideMaster1.xml" Id="Rd19cc15917bb4bdb" /><Relationship Type="http://schemas.openxmlformats.org/officeDocument/2006/relationships/notesMaster" Target="/ppt/notesMasters/notesMaster1.xml" Id="R5f2d778a7bd1480c" /><Relationship Type="http://schemas.openxmlformats.org/officeDocument/2006/relationships/presProps" Target="/ppt/presProps.xml" Id="R3f1042549fb04a8a" /><Relationship Type="http://schemas.openxmlformats.org/officeDocument/2006/relationships/viewProps" Target="/ppt/viewProps.xml" Id="R7ba0c94c9a8b4703" /><Relationship Type="http://schemas.openxmlformats.org/officeDocument/2006/relationships/tableStyles" Target="/ppt/tableStyles.xml" Id="Rbb092e9f52074ac3" /><Relationship Type="http://schemas.openxmlformats.org/officeDocument/2006/relationships/slide" Target="/ppt/slides/slide1.xml" Id="R05472c3ebadd47d0" /><Relationship Type="http://schemas.openxmlformats.org/officeDocument/2006/relationships/slide" Target="/ppt/slides/slide2.xml" Id="R71fa9d59fef9464c" /><Relationship Type="http://schemas.openxmlformats.org/officeDocument/2006/relationships/slide" Target="/ppt/slides/slide3.xml" Id="Rddaf6b0b27b942bd" /><Relationship Type="http://schemas.openxmlformats.org/officeDocument/2006/relationships/slide" Target="/ppt/slides/slide4.xml" Id="Ra167b6a5bf824c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8b080573f14b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679d70c06e4491" /><Relationship Type="http://schemas.openxmlformats.org/officeDocument/2006/relationships/notesMaster" Target="/ppt/notesMasters/notesMaster1.xml" Id="Rdf7fb9dfa80b40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abf407d81d4e0a" /><Relationship Type="http://schemas.openxmlformats.org/officeDocument/2006/relationships/notesMaster" Target="/ppt/notesMasters/notesMaster1.xml" Id="R62690bb4fb0b43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ea17bece0443d7" /><Relationship Type="http://schemas.openxmlformats.org/officeDocument/2006/relationships/notesMaster" Target="/ppt/notesMasters/notesMaster1.xml" Id="Rf2eae0260d4a49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992a9f8f1448a1" /><Relationship Type="http://schemas.openxmlformats.org/officeDocument/2006/relationships/notesMaster" Target="/ppt/notesMasters/notesMaster1.xml" Id="R8e782561fbd9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4c09fbf2b4e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3a5b685f3445a" /><Relationship Type="http://schemas.openxmlformats.org/officeDocument/2006/relationships/slideLayout" Target="/ppt/slideLayouts/slideLayout1.xml" Id="R105c2b09a37b48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c2b09a37b48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d101c05c74f84" /><Relationship Type="http://schemas.openxmlformats.org/officeDocument/2006/relationships/notesSlide" Target="/ppt/notesSlides/notesSlide1.xml" Id="R6407f81ebd0f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fd6f1a9df4608" /><Relationship Type="http://schemas.openxmlformats.org/officeDocument/2006/relationships/notesSlide" Target="/ppt/notesSlides/notesSlide2.xml" Id="Rcb96a042aa044e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2a489bad54f1f" /><Relationship Type="http://schemas.openxmlformats.org/officeDocument/2006/relationships/notesSlide" Target="/ppt/notesSlides/notesSlide3.xml" Id="Rad785d7ffaf74c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7d1d747bf4842" /><Relationship Type="http://schemas.openxmlformats.org/officeDocument/2006/relationships/notesSlide" Target="/ppt/notesSlides/notesSlide4.xml" Id="R633307ed80e14d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39C371-A5A7-4575-97DA-9655A3D8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CAB70-09BD-4A85-8BCA-D50E2FB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1F7A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6229E-1131-46FB-B2B9-5D772B59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6FB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BFC"/>
                </a:solidFill>
                <a:latin typeface="Aptos"/>
                <a:ea typeface="Aptos"/>
                <a:cs typeface="Aptos"/>
              </a:rPr>
              <a:t>期末演讲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60F52-5BE0-4DD9-892E-F4012913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429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42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42C"/>
                </a:solidFill>
                <a:latin typeface="Aptos Display"/>
                <a:ea typeface="Aptos Display"/>
                <a:cs typeface="Aptos Display"/>
              </a:rPr>
              <a:t>耶稣是基督教中最核心的人物。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E0D99-1CD9-4DEB-BF21-B96D4097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用一分钟，简单介绍他的身份、思想和影响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5E096-CDF1-41D9-92F2-74A7F39C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200150"/>
            <a:ext cx="3086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7DC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88D97-E99B-4F02-A4EF-7B50C081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900"/>
            <a:ext cx="838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C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CE529-F6AE-42B5-B3C8-7DF89034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62150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B724D-B601-4DB4-8BE7-268714BD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0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4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42C"/>
                </a:solidFill>
                <a:latin typeface="Aptos"/>
                <a:ea typeface="Aptos"/>
                <a:cs typeface="Aptos"/>
              </a:rPr>
              <a:t>Editable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38C63-67F4-47D6-8927-F551EC8C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2171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Built locally with the Codex Presentations runtime.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F24C3-0695-4E7A-9A0F-4BD67E16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适合简短脱稿演讲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1E0A0-AA2D-439B-BD47-ABE98143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2"/>
          </a:solidFill>
          <a:ln xmlns:a="http://schemas.openxmlformats.org/drawingml/2006/main" w="0">
            <a:solidFill>
              <a:srgbClr val="C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137AE-DA54-42A2-B403-31B90F6F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介绍耶稣  |  Codex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96FC4-3FFA-4B70-9A5A-CF243BF1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1/4</a:t>
            </a:r>
          </a:p>
        </p:txBody>
      </p:sp>
    </p:spTree>
    <p:extLst>
      <p:ext uri="{BB962C8B-B14F-4D97-AF65-F5344CB8AC3E}">
        <p14:creationId xmlns:p14="http://schemas.microsoft.com/office/powerpoint/2010/main" val="3124117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874D09-5067-4D44-9CC8-2E1826DE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6A54A-268C-4CC2-B753-D3C83B96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他是谁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B1DA5-3E4C-480C-900A-D88F461B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42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242C"/>
                </a:solidFill>
                <a:latin typeface="Aptos Display"/>
                <a:ea typeface="Aptos Display"/>
                <a:cs typeface="Aptos Display"/>
              </a:rPr>
              <a:t>耶稣既是历史人物，也是基督教信仰的中心。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EA841-36B1-4E9E-B2A6-F295A59F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5341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536BA-0395-4C2D-84B7-DEB580B2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5734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24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42C"/>
                </a:solidFill>
                <a:latin typeface="Aptos"/>
                <a:ea typeface="Aptos"/>
                <a:cs typeface="Aptos"/>
              </a:rPr>
              <a:t>- 他生活在两千多年前的巴勒斯坦地区</a:t>
            </a:r>
          </a:p>
          <a:p xmlns:a="http://schemas.openxmlformats.org/drawingml/2006/main">
            <a:pPr algn="l">
              <a:defRPr sz="1650" b="0">
                <a:solidFill>
                  <a:srgbClr val="1624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42C"/>
                </a:solidFill>
                <a:latin typeface="Aptos"/>
                <a:ea typeface="Aptos"/>
                <a:cs typeface="Aptos"/>
              </a:rPr>
              <a:t>- 基督徒相信他是上帝之子和救世主</a:t>
            </a:r>
          </a:p>
          <a:p xmlns:a="http://schemas.openxmlformats.org/drawingml/2006/main">
            <a:pPr algn="l">
              <a:defRPr sz="1650" b="0">
                <a:solidFill>
                  <a:srgbClr val="1624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42C"/>
                </a:solidFill>
                <a:latin typeface="Aptos"/>
                <a:ea typeface="Aptos"/>
                <a:cs typeface="Aptos"/>
              </a:rPr>
              <a:t>- 《圣经》新约记载了他的生平与教导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6E83C-08B9-432F-94DE-34025679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40576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9525">
            <a:solidFill>
              <a:srgbClr val="1F7A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FCB6A-D4D4-4ECD-8265-F71A8CB3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B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C"/>
                </a:solidFill>
                <a:latin typeface="Aptos"/>
                <a:ea typeface="Aptos"/>
                <a:cs typeface="Aptos"/>
              </a:rPr>
              <a:t>关键词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5495B-05D1-4A0E-9BE8-C30F142A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FB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FBFC"/>
                </a:solidFill>
                <a:latin typeface="Aptos"/>
                <a:ea typeface="Aptos"/>
                <a:cs typeface="Aptos"/>
              </a:rPr>
              <a:t>历史中的耶稣，信仰中的基督，这两个身份共同构成了人们对他的认识。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3AA42-155E-4252-9C6E-A03ABB26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2"/>
          </a:solidFill>
          <a:ln xmlns:a="http://schemas.openxmlformats.org/drawingml/2006/main" w="0">
            <a:solidFill>
              <a:srgbClr val="C7DC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E161E-3B99-4493-9673-4E6692E3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介绍耶稣  |  Codex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BA1BD-346B-43CC-A729-498E09C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2/4</a:t>
            </a:r>
          </a:p>
        </p:txBody>
      </p:sp>
    </p:spTree>
    <p:extLst>
      <p:ext uri="{BB962C8B-B14F-4D97-AF65-F5344CB8AC3E}">
        <p14:creationId xmlns:p14="http://schemas.microsoft.com/office/powerpoint/2010/main" val="14098580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60799F-18FF-4343-B1D8-F22C1CE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CB595-6FB4-4563-9FD5-F5008EA6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核心思想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CD978-E5EF-4073-92BD-D0DFE0AE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42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242C"/>
                </a:solidFill>
                <a:latin typeface="Aptos Display"/>
                <a:ea typeface="Aptos Display"/>
                <a:cs typeface="Aptos Display"/>
              </a:rPr>
              <a:t>耶稣的教导强调爱、宽恕与拯救。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96C82-0642-4B8D-B0E8-14521E53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505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7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418E5-7F55-4591-8896-A5177431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97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rPr>
              <a:t>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FDF34-6A83-4964-A25E-02198359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4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42C"/>
                </a:solidFill>
                <a:latin typeface="Aptos"/>
                <a:ea typeface="Aptos"/>
                <a:cs typeface="Aptos"/>
              </a:rPr>
              <a:t>核心价值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8547D-2A14-4430-A413-5BE593AE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97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强调爱上帝，也爱身边的人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84BEF-2779-4EF4-A9C2-7E4F721C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3505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7DC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83A23-72C1-4CA6-ADEA-13695988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05100"/>
            <a:ext cx="297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rPr>
              <a:t>宽恕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10776-0878-4D57-8EC8-771403C5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4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42C"/>
                </a:solidFill>
                <a:latin typeface="Aptos"/>
                <a:ea typeface="Aptos"/>
                <a:cs typeface="Aptos"/>
              </a:rPr>
              <a:t>待人方式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046FF-319A-44EC-B021-0ACF9B6C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10000"/>
            <a:ext cx="297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鼓励人放下仇恨，彼此包容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DD018-DD08-44FA-8F88-D59D2E50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62200"/>
            <a:ext cx="3505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7DC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F31B8-885E-4D0B-A422-DF9D06E2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2971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7A8C"/>
                </a:solidFill>
                <a:latin typeface="Aptos Display"/>
                <a:ea typeface="Aptos Display"/>
                <a:cs typeface="Aptos Display"/>
              </a:rPr>
              <a:t>拯救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41D67-1A8E-4FE7-B874-AAB3D432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4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42C"/>
                </a:solidFill>
                <a:latin typeface="Aptos"/>
                <a:ea typeface="Aptos"/>
                <a:cs typeface="Aptos"/>
              </a:rPr>
              <a:t>信仰意义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7CCC5-A062-4BEC-B029-9DEC2AD8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297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基督徒相信他为人类带来救恩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BAE53-1031-483F-9B7F-186F60FB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42C"/>
                </a:solidFill>
                <a:latin typeface="Aptos"/>
                <a:ea typeface="Aptos"/>
                <a:cs typeface="Aptos"/>
              </a:rPr>
              <a:t>他主张爱上帝、爱他人，并鼓励人以怜悯和宽恕对待世界。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17956-6E01-4096-B5D1-02AE436F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2"/>
          </a:solidFill>
          <a:ln xmlns:a="http://schemas.openxmlformats.org/drawingml/2006/main" w="0">
            <a:solidFill>
              <a:srgbClr val="C7DC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40D0C-6508-43DC-96FB-FDFB5BA9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介绍耶稣  |  Codex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B2F0E-CBB9-41DC-ABB2-224F76F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3/4</a:t>
            </a:r>
          </a:p>
        </p:txBody>
      </p:sp>
    </p:spTree>
    <p:extLst>
      <p:ext uri="{BB962C8B-B14F-4D97-AF65-F5344CB8AC3E}">
        <p14:creationId xmlns:p14="http://schemas.microsoft.com/office/powerpoint/2010/main" val="1365950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53907-70C1-4D11-88FE-6E0DFE0C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9FC9B-6A3B-4412-8C3D-E82E6BD7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7A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7A8C"/>
                </a:solidFill>
                <a:latin typeface="Aptos"/>
                <a:ea typeface="Aptos"/>
                <a:cs typeface="Aptos"/>
              </a:rPr>
              <a:t>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3AA15-EAC9-498B-9E6B-F1C128EA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42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242C"/>
                </a:solidFill>
                <a:latin typeface="Aptos Display"/>
                <a:ea typeface="Aptos Display"/>
                <a:cs typeface="Aptos Display"/>
              </a:rPr>
              <a:t>耶稣不仅影响了宗教，也深刻影响了世界文化。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AE22D-D682-4F8C-B2CE-BF7C4A1B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9525">
            <a:solidFill>
              <a:srgbClr val="1F7A8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58DB6-876E-41AA-B5E2-DFDAD206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6FBFC"/>
                </a:solidFill>
                <a:latin typeface="Aptos Display"/>
                <a:ea typeface="Aptos Display"/>
                <a:cs typeface="Aptos Display"/>
              </a:rPr>
              <a:t>直到今天，基督教依然是世界上最有影响力的宗教之一，而耶稣正是它的中心人物。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8F2D3-502A-4EE5-AE1E-2AF97A9D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FB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FBFC"/>
                </a:solidFill>
                <a:latin typeface="Aptos"/>
                <a:ea typeface="Aptos"/>
                <a:cs typeface="Aptos"/>
              </a:rPr>
              <a:t>谢谢大家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43107-CA46-4FDB-AE86-31BF5A9C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CE2"/>
          </a:solidFill>
          <a:ln xmlns:a="http://schemas.openxmlformats.org/drawingml/2006/main" w="0">
            <a:solidFill>
              <a:srgbClr val="C7DC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C0B2C-FFAC-42A4-9796-DF0DBEB3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介绍耶稣  |  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C3E84-2BD8-49AD-9B09-4429ACBA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722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E74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E7480"/>
                </a:solidFill>
                <a:latin typeface="Aptos"/>
                <a:ea typeface="Aptos"/>
                <a:cs typeface="Aptos"/>
              </a:rPr>
              <a:t>4/4</a:t>
            </a:r>
          </a:p>
        </p:txBody>
      </p:sp>
    </p:spTree>
    <p:extLst>
      <p:ext uri="{BB962C8B-B14F-4D97-AF65-F5344CB8AC3E}">
        <p14:creationId xmlns:p14="http://schemas.microsoft.com/office/powerpoint/2010/main" val="904478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2026-06-08T10:17:17.3350000Z</dcterms:created>
  <dcterms:modified xsi:type="dcterms:W3CDTF">2026-06-08T10:17:17.3350000Z</dcterms:modified>
</coreProperties>
</file>